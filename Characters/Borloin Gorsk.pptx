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jpeg" ContentType="image/jpeg"/>
  <Override PartName="/ppt/presProps.xml" ContentType="application/vnd.openxmlformats-officedocument.presentationml.presProps+xml"/>
  <Override PartName="/ppt/slides/slide1.xml" ContentType="application/vnd.openxmlformats-officedocument.presentationml.slide+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Lst>
  <p:sldSz cx="10691813"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1195D534-5780-4678-A2A2-77DFAE618B2B}" type="slidenum">
              <a:t>&lt;#&gt;</a:t>
            </a:fld>
          </a:p>
        </p:txBody>
      </p:sp>
      <p:sp>
        <p:nvSpPr>
          <p:cNvPr id="4" name="PlaceHolder 3"/>
          <p:cNvSpPr>
            <a:spLocks noGrp="1"/>
          </p:cNvSpPr>
          <p:nvPr>
            <p:ph type="dt" idx="1"/>
          </p:nvPr>
        </p:nvSpPr>
        <p:spPr/>
        <p:txBody>
          <a:bodyPr/>
          <a:p>
            <a:r>
              <a:rPr lang="en-AU"/>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96240" y="289800"/>
            <a:ext cx="9298440" cy="1232640"/>
          </a:xfrm>
          <a:prstGeom prst="rect">
            <a:avLst/>
          </a:prstGeom>
          <a:noFill/>
          <a:ln w="0">
            <a:noFill/>
          </a:ln>
        </p:spPr>
        <p:txBody>
          <a:bodyPr lIns="0" rIns="0" tIns="0" bIns="0" anchor="ctr">
            <a:noAutofit/>
          </a:bodyPr>
          <a:p>
            <a:pPr algn="ctr">
              <a:buNone/>
            </a:pPr>
            <a:endParaRPr b="0" lang="en-AU" sz="5730" spc="-1" strike="noStrike">
              <a:latin typeface="Arial"/>
            </a:endParaRPr>
          </a:p>
        </p:txBody>
      </p:sp>
      <p:sp>
        <p:nvSpPr>
          <p:cNvPr id="6" name="PlaceHolder 2"/>
          <p:cNvSpPr>
            <a:spLocks noGrp="1"/>
          </p:cNvSpPr>
          <p:nvPr>
            <p:ph type="subTitle"/>
          </p:nvPr>
        </p:nvSpPr>
        <p:spPr>
          <a:xfrm>
            <a:off x="696240" y="1722960"/>
            <a:ext cx="9298440" cy="4282200"/>
          </a:xfrm>
          <a:prstGeom prst="rect">
            <a:avLst/>
          </a:prstGeom>
          <a:noFill/>
          <a:ln w="0">
            <a:noFill/>
          </a:ln>
        </p:spPr>
        <p:txBody>
          <a:bodyPr lIns="0" rIns="0" tIns="0" bIns="0" anchor="ctr">
            <a:noAutofit/>
          </a:bodyPr>
          <a:p>
            <a:pPr algn="ctr">
              <a:buNone/>
            </a:pPr>
            <a:endParaRPr b="0" lang="en-AU"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A8A69D5-28AF-4820-954B-4E956B0E9041}" type="slidenum">
              <a:t>&lt;#&gt;</a:t>
            </a:fld>
          </a:p>
        </p:txBody>
      </p:sp>
      <p:sp>
        <p:nvSpPr>
          <p:cNvPr id="6" name="PlaceHolder 5"/>
          <p:cNvSpPr>
            <a:spLocks noGrp="1"/>
          </p:cNvSpPr>
          <p:nvPr>
            <p:ph type="dt" idx="1"/>
          </p:nvPr>
        </p:nvSpPr>
        <p:spPr/>
        <p:txBody>
          <a:bodyPr/>
          <a:p>
            <a:r>
              <a:rPr lang="en-AU"/>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96240" y="289800"/>
            <a:ext cx="9298440" cy="1232640"/>
          </a:xfrm>
          <a:prstGeom prst="rect">
            <a:avLst/>
          </a:prstGeom>
          <a:noFill/>
          <a:ln w="0">
            <a:noFill/>
          </a:ln>
        </p:spPr>
        <p:txBody>
          <a:bodyPr lIns="0" rIns="0" tIns="0" bIns="0" anchor="ctr">
            <a:noAutofit/>
          </a:bodyPr>
          <a:p>
            <a:pPr algn="ctr">
              <a:buNone/>
            </a:pPr>
            <a:endParaRPr b="0" lang="en-AU" sz="5730" spc="-1" strike="noStrike">
              <a:latin typeface="Arial"/>
            </a:endParaRPr>
          </a:p>
        </p:txBody>
      </p:sp>
      <p:sp>
        <p:nvSpPr>
          <p:cNvPr id="8" name="PlaceHolder 2"/>
          <p:cNvSpPr>
            <a:spLocks noGrp="1"/>
          </p:cNvSpPr>
          <p:nvPr>
            <p:ph/>
          </p:nvPr>
        </p:nvSpPr>
        <p:spPr>
          <a:xfrm>
            <a:off x="696240" y="1722960"/>
            <a:ext cx="9298440" cy="4282200"/>
          </a:xfrm>
          <a:prstGeom prst="rect">
            <a:avLst/>
          </a:prstGeom>
          <a:noFill/>
          <a:ln w="0">
            <a:noFill/>
          </a:ln>
        </p:spPr>
        <p:txBody>
          <a:bodyPr lIns="0" rIns="0" tIns="0" bIns="0" anchor="t">
            <a:normAutofit/>
          </a:bodyPr>
          <a:p>
            <a:endParaRPr b="0" lang="en-AU" sz="416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C381CD4-21D9-4922-A6A0-773B5541AD49}" type="slidenum">
              <a:t>&lt;#&gt;</a:t>
            </a:fld>
          </a:p>
        </p:txBody>
      </p:sp>
      <p:sp>
        <p:nvSpPr>
          <p:cNvPr id="6" name="PlaceHolder 5"/>
          <p:cNvSpPr>
            <a:spLocks noGrp="1"/>
          </p:cNvSpPr>
          <p:nvPr>
            <p:ph type="dt" idx="1"/>
          </p:nvPr>
        </p:nvSpPr>
        <p:spPr/>
        <p:txBody>
          <a:bodyPr/>
          <a:p>
            <a:r>
              <a:rPr lang="en-AU"/>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96240" y="289800"/>
            <a:ext cx="9298440" cy="1232640"/>
          </a:xfrm>
          <a:prstGeom prst="rect">
            <a:avLst/>
          </a:prstGeom>
          <a:noFill/>
          <a:ln w="0">
            <a:noFill/>
          </a:ln>
        </p:spPr>
        <p:txBody>
          <a:bodyPr lIns="0" rIns="0" tIns="0" bIns="0" anchor="ctr">
            <a:noAutofit/>
          </a:bodyPr>
          <a:p>
            <a:pPr algn="ctr">
              <a:buNone/>
            </a:pPr>
            <a:endParaRPr b="0" lang="en-AU" sz="5730" spc="-1" strike="noStrike">
              <a:latin typeface="Arial"/>
            </a:endParaRPr>
          </a:p>
        </p:txBody>
      </p:sp>
      <p:sp>
        <p:nvSpPr>
          <p:cNvPr id="10" name="PlaceHolder 2"/>
          <p:cNvSpPr>
            <a:spLocks noGrp="1"/>
          </p:cNvSpPr>
          <p:nvPr>
            <p:ph/>
          </p:nvPr>
        </p:nvSpPr>
        <p:spPr>
          <a:xfrm>
            <a:off x="696240" y="1722960"/>
            <a:ext cx="4537440" cy="4282200"/>
          </a:xfrm>
          <a:prstGeom prst="rect">
            <a:avLst/>
          </a:prstGeom>
          <a:noFill/>
          <a:ln w="0">
            <a:noFill/>
          </a:ln>
        </p:spPr>
        <p:txBody>
          <a:bodyPr lIns="0" rIns="0" tIns="0" bIns="0" anchor="t">
            <a:normAutofit/>
          </a:bodyPr>
          <a:p>
            <a:endParaRPr b="0" lang="en-AU" sz="4160" spc="-1" strike="noStrike">
              <a:latin typeface="Arial"/>
            </a:endParaRPr>
          </a:p>
        </p:txBody>
      </p:sp>
      <p:sp>
        <p:nvSpPr>
          <p:cNvPr id="11" name="PlaceHolder 3"/>
          <p:cNvSpPr>
            <a:spLocks noGrp="1"/>
          </p:cNvSpPr>
          <p:nvPr>
            <p:ph/>
          </p:nvPr>
        </p:nvSpPr>
        <p:spPr>
          <a:xfrm>
            <a:off x="5460840" y="1722960"/>
            <a:ext cx="4537440" cy="4282200"/>
          </a:xfrm>
          <a:prstGeom prst="rect">
            <a:avLst/>
          </a:prstGeom>
          <a:noFill/>
          <a:ln w="0">
            <a:noFill/>
          </a:ln>
        </p:spPr>
        <p:txBody>
          <a:bodyPr lIns="0" rIns="0" tIns="0" bIns="0" anchor="t">
            <a:normAutofit/>
          </a:bodyPr>
          <a:p>
            <a:endParaRPr b="0" lang="en-AU" sz="4160" spc="-1" strike="noStrike">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4B01B9C-5452-4C05-8623-40FF228DA331}" type="slidenum">
              <a:t>&lt;#&gt;</a:t>
            </a:fld>
          </a:p>
        </p:txBody>
      </p:sp>
      <p:sp>
        <p:nvSpPr>
          <p:cNvPr id="7" name="PlaceHolder 6"/>
          <p:cNvSpPr>
            <a:spLocks noGrp="1"/>
          </p:cNvSpPr>
          <p:nvPr>
            <p:ph type="dt" idx="1"/>
          </p:nvPr>
        </p:nvSpPr>
        <p:spPr/>
        <p:txBody>
          <a:bodyPr/>
          <a:p>
            <a:r>
              <a:rPr lang="en-AU"/>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96240" y="289800"/>
            <a:ext cx="9298440" cy="1232640"/>
          </a:xfrm>
          <a:prstGeom prst="rect">
            <a:avLst/>
          </a:prstGeom>
          <a:noFill/>
          <a:ln w="0">
            <a:noFill/>
          </a:ln>
        </p:spPr>
        <p:txBody>
          <a:bodyPr lIns="0" rIns="0" tIns="0" bIns="0" anchor="ctr">
            <a:noAutofit/>
          </a:bodyPr>
          <a:p>
            <a:pPr algn="ctr">
              <a:buNone/>
            </a:pPr>
            <a:endParaRPr b="0" lang="en-AU" sz="573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C250E7E8-8F0D-481E-A914-F64CCBA48A71}" type="slidenum">
              <a:t>&lt;#&gt;</a:t>
            </a:fld>
          </a:p>
        </p:txBody>
      </p:sp>
      <p:sp>
        <p:nvSpPr>
          <p:cNvPr id="5" name="PlaceHolder 4"/>
          <p:cNvSpPr>
            <a:spLocks noGrp="1"/>
          </p:cNvSpPr>
          <p:nvPr>
            <p:ph type="dt" idx="1"/>
          </p:nvPr>
        </p:nvSpPr>
        <p:spPr/>
        <p:txBody>
          <a:bodyPr/>
          <a:p>
            <a:r>
              <a:rPr lang="en-AU"/>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96240" y="289800"/>
            <a:ext cx="9298440" cy="5715000"/>
          </a:xfrm>
          <a:prstGeom prst="rect">
            <a:avLst/>
          </a:prstGeom>
          <a:noFill/>
          <a:ln w="0">
            <a:noFill/>
          </a:ln>
        </p:spPr>
        <p:txBody>
          <a:bodyPr lIns="0" rIns="0" tIns="0" bIns="0" anchor="ctr">
            <a:noAutofit/>
          </a:bodyPr>
          <a:p>
            <a:pPr algn="ctr">
              <a:buNone/>
            </a:pPr>
            <a:endParaRPr b="0" lang="en-AU"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D99D3528-3788-4370-844E-227F1C16DFB0}" type="slidenum">
              <a:t>&lt;#&gt;</a:t>
            </a:fld>
          </a:p>
        </p:txBody>
      </p:sp>
      <p:sp>
        <p:nvSpPr>
          <p:cNvPr id="5" name="PlaceHolder 4"/>
          <p:cNvSpPr>
            <a:spLocks noGrp="1"/>
          </p:cNvSpPr>
          <p:nvPr>
            <p:ph type="dt" idx="1"/>
          </p:nvPr>
        </p:nvSpPr>
        <p:spPr/>
        <p:txBody>
          <a:bodyPr/>
          <a:p>
            <a:r>
              <a:rPr lang="en-AU"/>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96240" y="289800"/>
            <a:ext cx="9298440" cy="1232640"/>
          </a:xfrm>
          <a:prstGeom prst="rect">
            <a:avLst/>
          </a:prstGeom>
          <a:noFill/>
          <a:ln w="0">
            <a:noFill/>
          </a:ln>
        </p:spPr>
        <p:txBody>
          <a:bodyPr lIns="0" rIns="0" tIns="0" bIns="0" anchor="ctr">
            <a:noAutofit/>
          </a:bodyPr>
          <a:p>
            <a:pPr algn="ctr">
              <a:buNone/>
            </a:pPr>
            <a:endParaRPr b="0" lang="en-AU" sz="5730" spc="-1" strike="noStrike">
              <a:latin typeface="Arial"/>
            </a:endParaRPr>
          </a:p>
        </p:txBody>
      </p:sp>
      <p:sp>
        <p:nvSpPr>
          <p:cNvPr id="15" name="PlaceHolder 2"/>
          <p:cNvSpPr>
            <a:spLocks noGrp="1"/>
          </p:cNvSpPr>
          <p:nvPr>
            <p:ph/>
          </p:nvPr>
        </p:nvSpPr>
        <p:spPr>
          <a:xfrm>
            <a:off x="696240" y="1722960"/>
            <a:ext cx="4537440" cy="2042280"/>
          </a:xfrm>
          <a:prstGeom prst="rect">
            <a:avLst/>
          </a:prstGeom>
          <a:noFill/>
          <a:ln w="0">
            <a:noFill/>
          </a:ln>
        </p:spPr>
        <p:txBody>
          <a:bodyPr lIns="0" rIns="0" tIns="0" bIns="0" anchor="t">
            <a:normAutofit/>
          </a:bodyPr>
          <a:p>
            <a:endParaRPr b="0" lang="en-AU" sz="4160" spc="-1" strike="noStrike">
              <a:latin typeface="Arial"/>
            </a:endParaRPr>
          </a:p>
        </p:txBody>
      </p:sp>
      <p:sp>
        <p:nvSpPr>
          <p:cNvPr id="16" name="PlaceHolder 3"/>
          <p:cNvSpPr>
            <a:spLocks noGrp="1"/>
          </p:cNvSpPr>
          <p:nvPr>
            <p:ph/>
          </p:nvPr>
        </p:nvSpPr>
        <p:spPr>
          <a:xfrm>
            <a:off x="5460840" y="1722960"/>
            <a:ext cx="4537440" cy="4282200"/>
          </a:xfrm>
          <a:prstGeom prst="rect">
            <a:avLst/>
          </a:prstGeom>
          <a:noFill/>
          <a:ln w="0">
            <a:noFill/>
          </a:ln>
        </p:spPr>
        <p:txBody>
          <a:bodyPr lIns="0" rIns="0" tIns="0" bIns="0" anchor="t">
            <a:normAutofit/>
          </a:bodyPr>
          <a:p>
            <a:endParaRPr b="0" lang="en-AU" sz="4160" spc="-1" strike="noStrike">
              <a:latin typeface="Arial"/>
            </a:endParaRPr>
          </a:p>
        </p:txBody>
      </p:sp>
      <p:sp>
        <p:nvSpPr>
          <p:cNvPr id="17" name="PlaceHolder 4"/>
          <p:cNvSpPr>
            <a:spLocks noGrp="1"/>
          </p:cNvSpPr>
          <p:nvPr>
            <p:ph/>
          </p:nvPr>
        </p:nvSpPr>
        <p:spPr>
          <a:xfrm>
            <a:off x="696240" y="3959640"/>
            <a:ext cx="4537440" cy="2042280"/>
          </a:xfrm>
          <a:prstGeom prst="rect">
            <a:avLst/>
          </a:prstGeom>
          <a:noFill/>
          <a:ln w="0">
            <a:noFill/>
          </a:ln>
        </p:spPr>
        <p:txBody>
          <a:bodyPr lIns="0" rIns="0" tIns="0" bIns="0" anchor="t">
            <a:normAutofit/>
          </a:bodyPr>
          <a:p>
            <a:endParaRPr b="0" lang="en-AU" sz="416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217C9F5-6BEB-4412-9DF8-52B3625C0558}" type="slidenum">
              <a:t>&lt;#&gt;</a:t>
            </a:fld>
          </a:p>
        </p:txBody>
      </p:sp>
      <p:sp>
        <p:nvSpPr>
          <p:cNvPr id="8" name="PlaceHolder 7"/>
          <p:cNvSpPr>
            <a:spLocks noGrp="1"/>
          </p:cNvSpPr>
          <p:nvPr>
            <p:ph type="dt" idx="1"/>
          </p:nvPr>
        </p:nvSpPr>
        <p:spPr/>
        <p:txBody>
          <a:bodyPr/>
          <a:p>
            <a:r>
              <a:rPr lang="en-AU"/>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96240" y="289800"/>
            <a:ext cx="9298440" cy="1232640"/>
          </a:xfrm>
          <a:prstGeom prst="rect">
            <a:avLst/>
          </a:prstGeom>
          <a:noFill/>
          <a:ln w="0">
            <a:noFill/>
          </a:ln>
        </p:spPr>
        <p:txBody>
          <a:bodyPr lIns="0" rIns="0" tIns="0" bIns="0" anchor="ctr">
            <a:noAutofit/>
          </a:bodyPr>
          <a:p>
            <a:pPr algn="ctr">
              <a:buNone/>
            </a:pPr>
            <a:endParaRPr b="0" lang="en-AU" sz="5730" spc="-1" strike="noStrike">
              <a:latin typeface="Arial"/>
            </a:endParaRPr>
          </a:p>
        </p:txBody>
      </p:sp>
      <p:sp>
        <p:nvSpPr>
          <p:cNvPr id="19" name="PlaceHolder 2"/>
          <p:cNvSpPr>
            <a:spLocks noGrp="1"/>
          </p:cNvSpPr>
          <p:nvPr>
            <p:ph/>
          </p:nvPr>
        </p:nvSpPr>
        <p:spPr>
          <a:xfrm>
            <a:off x="696240" y="1722960"/>
            <a:ext cx="4537440" cy="4282200"/>
          </a:xfrm>
          <a:prstGeom prst="rect">
            <a:avLst/>
          </a:prstGeom>
          <a:noFill/>
          <a:ln w="0">
            <a:noFill/>
          </a:ln>
        </p:spPr>
        <p:txBody>
          <a:bodyPr lIns="0" rIns="0" tIns="0" bIns="0" anchor="t">
            <a:normAutofit/>
          </a:bodyPr>
          <a:p>
            <a:endParaRPr b="0" lang="en-AU" sz="4160" spc="-1" strike="noStrike">
              <a:latin typeface="Arial"/>
            </a:endParaRPr>
          </a:p>
        </p:txBody>
      </p:sp>
      <p:sp>
        <p:nvSpPr>
          <p:cNvPr id="20" name="PlaceHolder 3"/>
          <p:cNvSpPr>
            <a:spLocks noGrp="1"/>
          </p:cNvSpPr>
          <p:nvPr>
            <p:ph/>
          </p:nvPr>
        </p:nvSpPr>
        <p:spPr>
          <a:xfrm>
            <a:off x="5460840" y="1722960"/>
            <a:ext cx="4537440" cy="2042280"/>
          </a:xfrm>
          <a:prstGeom prst="rect">
            <a:avLst/>
          </a:prstGeom>
          <a:noFill/>
          <a:ln w="0">
            <a:noFill/>
          </a:ln>
        </p:spPr>
        <p:txBody>
          <a:bodyPr lIns="0" rIns="0" tIns="0" bIns="0" anchor="t">
            <a:normAutofit/>
          </a:bodyPr>
          <a:p>
            <a:endParaRPr b="0" lang="en-AU" sz="4160" spc="-1" strike="noStrike">
              <a:latin typeface="Arial"/>
            </a:endParaRPr>
          </a:p>
        </p:txBody>
      </p:sp>
      <p:sp>
        <p:nvSpPr>
          <p:cNvPr id="21" name="PlaceHolder 4"/>
          <p:cNvSpPr>
            <a:spLocks noGrp="1"/>
          </p:cNvSpPr>
          <p:nvPr>
            <p:ph/>
          </p:nvPr>
        </p:nvSpPr>
        <p:spPr>
          <a:xfrm>
            <a:off x="5460840" y="3959640"/>
            <a:ext cx="4537440" cy="2042280"/>
          </a:xfrm>
          <a:prstGeom prst="rect">
            <a:avLst/>
          </a:prstGeom>
          <a:noFill/>
          <a:ln w="0">
            <a:noFill/>
          </a:ln>
        </p:spPr>
        <p:txBody>
          <a:bodyPr lIns="0" rIns="0" tIns="0" bIns="0" anchor="t">
            <a:normAutofit/>
          </a:bodyPr>
          <a:p>
            <a:endParaRPr b="0" lang="en-AU" sz="416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6578FCA-0A75-46A4-A5BB-F901212D1F37}" type="slidenum">
              <a:t>&lt;#&gt;</a:t>
            </a:fld>
          </a:p>
        </p:txBody>
      </p:sp>
      <p:sp>
        <p:nvSpPr>
          <p:cNvPr id="8" name="PlaceHolder 7"/>
          <p:cNvSpPr>
            <a:spLocks noGrp="1"/>
          </p:cNvSpPr>
          <p:nvPr>
            <p:ph type="dt" idx="1"/>
          </p:nvPr>
        </p:nvSpPr>
        <p:spPr/>
        <p:txBody>
          <a:bodyPr/>
          <a:p>
            <a:r>
              <a:rPr lang="en-AU"/>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96240" y="289800"/>
            <a:ext cx="9298440" cy="1232640"/>
          </a:xfrm>
          <a:prstGeom prst="rect">
            <a:avLst/>
          </a:prstGeom>
          <a:noFill/>
          <a:ln w="0">
            <a:noFill/>
          </a:ln>
        </p:spPr>
        <p:txBody>
          <a:bodyPr lIns="0" rIns="0" tIns="0" bIns="0" anchor="ctr">
            <a:noAutofit/>
          </a:bodyPr>
          <a:p>
            <a:pPr algn="ctr">
              <a:buNone/>
            </a:pPr>
            <a:endParaRPr b="0" lang="en-AU" sz="5730" spc="-1" strike="noStrike">
              <a:latin typeface="Arial"/>
            </a:endParaRPr>
          </a:p>
        </p:txBody>
      </p:sp>
      <p:sp>
        <p:nvSpPr>
          <p:cNvPr id="23" name="PlaceHolder 2"/>
          <p:cNvSpPr>
            <a:spLocks noGrp="1"/>
          </p:cNvSpPr>
          <p:nvPr>
            <p:ph/>
          </p:nvPr>
        </p:nvSpPr>
        <p:spPr>
          <a:xfrm>
            <a:off x="696240" y="1722960"/>
            <a:ext cx="4537440" cy="2042280"/>
          </a:xfrm>
          <a:prstGeom prst="rect">
            <a:avLst/>
          </a:prstGeom>
          <a:noFill/>
          <a:ln w="0">
            <a:noFill/>
          </a:ln>
        </p:spPr>
        <p:txBody>
          <a:bodyPr lIns="0" rIns="0" tIns="0" bIns="0" anchor="t">
            <a:normAutofit/>
          </a:bodyPr>
          <a:p>
            <a:endParaRPr b="0" lang="en-AU" sz="4160" spc="-1" strike="noStrike">
              <a:latin typeface="Arial"/>
            </a:endParaRPr>
          </a:p>
        </p:txBody>
      </p:sp>
      <p:sp>
        <p:nvSpPr>
          <p:cNvPr id="24" name="PlaceHolder 3"/>
          <p:cNvSpPr>
            <a:spLocks noGrp="1"/>
          </p:cNvSpPr>
          <p:nvPr>
            <p:ph/>
          </p:nvPr>
        </p:nvSpPr>
        <p:spPr>
          <a:xfrm>
            <a:off x="5460840" y="1722960"/>
            <a:ext cx="4537440" cy="2042280"/>
          </a:xfrm>
          <a:prstGeom prst="rect">
            <a:avLst/>
          </a:prstGeom>
          <a:noFill/>
          <a:ln w="0">
            <a:noFill/>
          </a:ln>
        </p:spPr>
        <p:txBody>
          <a:bodyPr lIns="0" rIns="0" tIns="0" bIns="0" anchor="t">
            <a:normAutofit/>
          </a:bodyPr>
          <a:p>
            <a:endParaRPr b="0" lang="en-AU" sz="4160" spc="-1" strike="noStrike">
              <a:latin typeface="Arial"/>
            </a:endParaRPr>
          </a:p>
        </p:txBody>
      </p:sp>
      <p:sp>
        <p:nvSpPr>
          <p:cNvPr id="25" name="PlaceHolder 4"/>
          <p:cNvSpPr>
            <a:spLocks noGrp="1"/>
          </p:cNvSpPr>
          <p:nvPr>
            <p:ph/>
          </p:nvPr>
        </p:nvSpPr>
        <p:spPr>
          <a:xfrm>
            <a:off x="696240" y="3959640"/>
            <a:ext cx="9298440" cy="2042280"/>
          </a:xfrm>
          <a:prstGeom prst="rect">
            <a:avLst/>
          </a:prstGeom>
          <a:noFill/>
          <a:ln w="0">
            <a:noFill/>
          </a:ln>
        </p:spPr>
        <p:txBody>
          <a:bodyPr lIns="0" rIns="0" tIns="0" bIns="0" anchor="t">
            <a:normAutofit/>
          </a:bodyPr>
          <a:p>
            <a:endParaRPr b="0" lang="en-AU" sz="416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D0DDE8AC-BA22-47B8-AF49-317C73B100EF}" type="slidenum">
              <a:t>&lt;#&gt;</a:t>
            </a:fld>
          </a:p>
        </p:txBody>
      </p:sp>
      <p:sp>
        <p:nvSpPr>
          <p:cNvPr id="8" name="PlaceHolder 7"/>
          <p:cNvSpPr>
            <a:spLocks noGrp="1"/>
          </p:cNvSpPr>
          <p:nvPr>
            <p:ph type="dt" idx="1"/>
          </p:nvPr>
        </p:nvSpPr>
        <p:spPr/>
        <p:txBody>
          <a:bodyPr/>
          <a:p>
            <a:r>
              <a:rPr lang="en-AU"/>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96240" y="289800"/>
            <a:ext cx="9298440" cy="1232640"/>
          </a:xfrm>
          <a:prstGeom prst="rect">
            <a:avLst/>
          </a:prstGeom>
          <a:noFill/>
          <a:ln w="0">
            <a:noFill/>
          </a:ln>
        </p:spPr>
        <p:txBody>
          <a:bodyPr lIns="0" rIns="0" tIns="0" bIns="0" anchor="ctr">
            <a:noAutofit/>
          </a:bodyPr>
          <a:p>
            <a:pPr algn="ctr">
              <a:buNone/>
            </a:pPr>
            <a:endParaRPr b="0" lang="en-AU" sz="5730" spc="-1" strike="noStrike">
              <a:latin typeface="Arial"/>
            </a:endParaRPr>
          </a:p>
        </p:txBody>
      </p:sp>
      <p:sp>
        <p:nvSpPr>
          <p:cNvPr id="27" name="PlaceHolder 2"/>
          <p:cNvSpPr>
            <a:spLocks noGrp="1"/>
          </p:cNvSpPr>
          <p:nvPr>
            <p:ph/>
          </p:nvPr>
        </p:nvSpPr>
        <p:spPr>
          <a:xfrm>
            <a:off x="696240" y="1722960"/>
            <a:ext cx="9298440" cy="2042280"/>
          </a:xfrm>
          <a:prstGeom prst="rect">
            <a:avLst/>
          </a:prstGeom>
          <a:noFill/>
          <a:ln w="0">
            <a:noFill/>
          </a:ln>
        </p:spPr>
        <p:txBody>
          <a:bodyPr lIns="0" rIns="0" tIns="0" bIns="0" anchor="t">
            <a:normAutofit/>
          </a:bodyPr>
          <a:p>
            <a:endParaRPr b="0" lang="en-AU" sz="4160" spc="-1" strike="noStrike">
              <a:latin typeface="Arial"/>
            </a:endParaRPr>
          </a:p>
        </p:txBody>
      </p:sp>
      <p:sp>
        <p:nvSpPr>
          <p:cNvPr id="28" name="PlaceHolder 3"/>
          <p:cNvSpPr>
            <a:spLocks noGrp="1"/>
          </p:cNvSpPr>
          <p:nvPr>
            <p:ph/>
          </p:nvPr>
        </p:nvSpPr>
        <p:spPr>
          <a:xfrm>
            <a:off x="696240" y="3959640"/>
            <a:ext cx="9298440" cy="2042280"/>
          </a:xfrm>
          <a:prstGeom prst="rect">
            <a:avLst/>
          </a:prstGeom>
          <a:noFill/>
          <a:ln w="0">
            <a:noFill/>
          </a:ln>
        </p:spPr>
        <p:txBody>
          <a:bodyPr lIns="0" rIns="0" tIns="0" bIns="0" anchor="t">
            <a:normAutofit/>
          </a:bodyPr>
          <a:p>
            <a:endParaRPr b="0" lang="en-AU" sz="4160" spc="-1" strike="noStrike">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3356AB01-0591-4752-866B-9EDF73A89181}" type="slidenum">
              <a:t>&lt;#&gt;</a:t>
            </a:fld>
          </a:p>
        </p:txBody>
      </p:sp>
      <p:sp>
        <p:nvSpPr>
          <p:cNvPr id="7" name="PlaceHolder 6"/>
          <p:cNvSpPr>
            <a:spLocks noGrp="1"/>
          </p:cNvSpPr>
          <p:nvPr>
            <p:ph type="dt" idx="1"/>
          </p:nvPr>
        </p:nvSpPr>
        <p:spPr/>
        <p:txBody>
          <a:bodyPr/>
          <a:p>
            <a:r>
              <a:rPr lang="en-AU"/>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96240" y="289800"/>
            <a:ext cx="9298440" cy="1232640"/>
          </a:xfrm>
          <a:prstGeom prst="rect">
            <a:avLst/>
          </a:prstGeom>
          <a:noFill/>
          <a:ln w="0">
            <a:noFill/>
          </a:ln>
        </p:spPr>
        <p:txBody>
          <a:bodyPr lIns="0" rIns="0" tIns="0" bIns="0" anchor="ctr">
            <a:noAutofit/>
          </a:bodyPr>
          <a:p>
            <a:pPr algn="ctr">
              <a:buNone/>
            </a:pPr>
            <a:endParaRPr b="0" lang="en-AU" sz="5730" spc="-1" strike="noStrike">
              <a:latin typeface="Arial"/>
            </a:endParaRPr>
          </a:p>
        </p:txBody>
      </p:sp>
      <p:sp>
        <p:nvSpPr>
          <p:cNvPr id="30" name="PlaceHolder 2"/>
          <p:cNvSpPr>
            <a:spLocks noGrp="1"/>
          </p:cNvSpPr>
          <p:nvPr>
            <p:ph/>
          </p:nvPr>
        </p:nvSpPr>
        <p:spPr>
          <a:xfrm>
            <a:off x="696240" y="1722960"/>
            <a:ext cx="4537440" cy="2042280"/>
          </a:xfrm>
          <a:prstGeom prst="rect">
            <a:avLst/>
          </a:prstGeom>
          <a:noFill/>
          <a:ln w="0">
            <a:noFill/>
          </a:ln>
        </p:spPr>
        <p:txBody>
          <a:bodyPr lIns="0" rIns="0" tIns="0" bIns="0" anchor="t">
            <a:normAutofit/>
          </a:bodyPr>
          <a:p>
            <a:endParaRPr b="0" lang="en-AU" sz="4160" spc="-1" strike="noStrike">
              <a:latin typeface="Arial"/>
            </a:endParaRPr>
          </a:p>
        </p:txBody>
      </p:sp>
      <p:sp>
        <p:nvSpPr>
          <p:cNvPr id="31" name="PlaceHolder 3"/>
          <p:cNvSpPr>
            <a:spLocks noGrp="1"/>
          </p:cNvSpPr>
          <p:nvPr>
            <p:ph/>
          </p:nvPr>
        </p:nvSpPr>
        <p:spPr>
          <a:xfrm>
            <a:off x="5460840" y="1722960"/>
            <a:ext cx="4537440" cy="2042280"/>
          </a:xfrm>
          <a:prstGeom prst="rect">
            <a:avLst/>
          </a:prstGeom>
          <a:noFill/>
          <a:ln w="0">
            <a:noFill/>
          </a:ln>
        </p:spPr>
        <p:txBody>
          <a:bodyPr lIns="0" rIns="0" tIns="0" bIns="0" anchor="t">
            <a:normAutofit/>
          </a:bodyPr>
          <a:p>
            <a:endParaRPr b="0" lang="en-AU" sz="4160" spc="-1" strike="noStrike">
              <a:latin typeface="Arial"/>
            </a:endParaRPr>
          </a:p>
        </p:txBody>
      </p:sp>
      <p:sp>
        <p:nvSpPr>
          <p:cNvPr id="32" name="PlaceHolder 4"/>
          <p:cNvSpPr>
            <a:spLocks noGrp="1"/>
          </p:cNvSpPr>
          <p:nvPr>
            <p:ph/>
          </p:nvPr>
        </p:nvSpPr>
        <p:spPr>
          <a:xfrm>
            <a:off x="696240" y="3959640"/>
            <a:ext cx="4537440" cy="2042280"/>
          </a:xfrm>
          <a:prstGeom prst="rect">
            <a:avLst/>
          </a:prstGeom>
          <a:noFill/>
          <a:ln w="0">
            <a:noFill/>
          </a:ln>
        </p:spPr>
        <p:txBody>
          <a:bodyPr lIns="0" rIns="0" tIns="0" bIns="0" anchor="t">
            <a:normAutofit/>
          </a:bodyPr>
          <a:p>
            <a:endParaRPr b="0" lang="en-AU" sz="4160" spc="-1" strike="noStrike">
              <a:latin typeface="Arial"/>
            </a:endParaRPr>
          </a:p>
        </p:txBody>
      </p:sp>
      <p:sp>
        <p:nvSpPr>
          <p:cNvPr id="33" name="PlaceHolder 5"/>
          <p:cNvSpPr>
            <a:spLocks noGrp="1"/>
          </p:cNvSpPr>
          <p:nvPr>
            <p:ph/>
          </p:nvPr>
        </p:nvSpPr>
        <p:spPr>
          <a:xfrm>
            <a:off x="5460840" y="3959640"/>
            <a:ext cx="4537440" cy="2042280"/>
          </a:xfrm>
          <a:prstGeom prst="rect">
            <a:avLst/>
          </a:prstGeom>
          <a:noFill/>
          <a:ln w="0">
            <a:noFill/>
          </a:ln>
        </p:spPr>
        <p:txBody>
          <a:bodyPr lIns="0" rIns="0" tIns="0" bIns="0" anchor="t">
            <a:normAutofit/>
          </a:bodyPr>
          <a:p>
            <a:endParaRPr b="0" lang="en-AU" sz="4160" spc="-1" strike="noStrike">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3242A043-A23A-4444-81BA-768D9DB0CAAD}" type="slidenum">
              <a:t>&lt;#&gt;</a:t>
            </a:fld>
          </a:p>
        </p:txBody>
      </p:sp>
      <p:sp>
        <p:nvSpPr>
          <p:cNvPr id="9" name="PlaceHolder 8"/>
          <p:cNvSpPr>
            <a:spLocks noGrp="1"/>
          </p:cNvSpPr>
          <p:nvPr>
            <p:ph type="dt" idx="1"/>
          </p:nvPr>
        </p:nvSpPr>
        <p:spPr/>
        <p:txBody>
          <a:bodyPr/>
          <a:p>
            <a:r>
              <a:rPr lang="en-AU"/>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96240" y="289800"/>
            <a:ext cx="9298440" cy="1232640"/>
          </a:xfrm>
          <a:prstGeom prst="rect">
            <a:avLst/>
          </a:prstGeom>
          <a:noFill/>
          <a:ln w="0">
            <a:noFill/>
          </a:ln>
        </p:spPr>
        <p:txBody>
          <a:bodyPr lIns="0" rIns="0" tIns="0" bIns="0" anchor="ctr">
            <a:noAutofit/>
          </a:bodyPr>
          <a:p>
            <a:pPr algn="ctr">
              <a:buNone/>
            </a:pPr>
            <a:endParaRPr b="0" lang="en-AU" sz="5730" spc="-1" strike="noStrike">
              <a:latin typeface="Arial"/>
            </a:endParaRPr>
          </a:p>
        </p:txBody>
      </p:sp>
      <p:sp>
        <p:nvSpPr>
          <p:cNvPr id="35" name="PlaceHolder 2"/>
          <p:cNvSpPr>
            <a:spLocks noGrp="1"/>
          </p:cNvSpPr>
          <p:nvPr>
            <p:ph/>
          </p:nvPr>
        </p:nvSpPr>
        <p:spPr>
          <a:xfrm>
            <a:off x="696240" y="1722960"/>
            <a:ext cx="2993760" cy="2042280"/>
          </a:xfrm>
          <a:prstGeom prst="rect">
            <a:avLst/>
          </a:prstGeom>
          <a:noFill/>
          <a:ln w="0">
            <a:noFill/>
          </a:ln>
        </p:spPr>
        <p:txBody>
          <a:bodyPr lIns="0" rIns="0" tIns="0" bIns="0" anchor="t">
            <a:normAutofit/>
          </a:bodyPr>
          <a:p>
            <a:endParaRPr b="0" lang="en-AU" sz="4160" spc="-1" strike="noStrike">
              <a:latin typeface="Arial"/>
            </a:endParaRPr>
          </a:p>
        </p:txBody>
      </p:sp>
      <p:sp>
        <p:nvSpPr>
          <p:cNvPr id="36" name="PlaceHolder 3"/>
          <p:cNvSpPr>
            <a:spLocks noGrp="1"/>
          </p:cNvSpPr>
          <p:nvPr>
            <p:ph/>
          </p:nvPr>
        </p:nvSpPr>
        <p:spPr>
          <a:xfrm>
            <a:off x="3840120" y="1722960"/>
            <a:ext cx="2993760" cy="2042280"/>
          </a:xfrm>
          <a:prstGeom prst="rect">
            <a:avLst/>
          </a:prstGeom>
          <a:noFill/>
          <a:ln w="0">
            <a:noFill/>
          </a:ln>
        </p:spPr>
        <p:txBody>
          <a:bodyPr lIns="0" rIns="0" tIns="0" bIns="0" anchor="t">
            <a:normAutofit/>
          </a:bodyPr>
          <a:p>
            <a:endParaRPr b="0" lang="en-AU" sz="4160" spc="-1" strike="noStrike">
              <a:latin typeface="Arial"/>
            </a:endParaRPr>
          </a:p>
        </p:txBody>
      </p:sp>
      <p:sp>
        <p:nvSpPr>
          <p:cNvPr id="37" name="PlaceHolder 4"/>
          <p:cNvSpPr>
            <a:spLocks noGrp="1"/>
          </p:cNvSpPr>
          <p:nvPr>
            <p:ph/>
          </p:nvPr>
        </p:nvSpPr>
        <p:spPr>
          <a:xfrm>
            <a:off x="6984000" y="1722960"/>
            <a:ext cx="2993760" cy="2042280"/>
          </a:xfrm>
          <a:prstGeom prst="rect">
            <a:avLst/>
          </a:prstGeom>
          <a:noFill/>
          <a:ln w="0">
            <a:noFill/>
          </a:ln>
        </p:spPr>
        <p:txBody>
          <a:bodyPr lIns="0" rIns="0" tIns="0" bIns="0" anchor="t">
            <a:normAutofit/>
          </a:bodyPr>
          <a:p>
            <a:endParaRPr b="0" lang="en-AU" sz="4160" spc="-1" strike="noStrike">
              <a:latin typeface="Arial"/>
            </a:endParaRPr>
          </a:p>
        </p:txBody>
      </p:sp>
      <p:sp>
        <p:nvSpPr>
          <p:cNvPr id="38" name="PlaceHolder 5"/>
          <p:cNvSpPr>
            <a:spLocks noGrp="1"/>
          </p:cNvSpPr>
          <p:nvPr>
            <p:ph/>
          </p:nvPr>
        </p:nvSpPr>
        <p:spPr>
          <a:xfrm>
            <a:off x="696240" y="3959640"/>
            <a:ext cx="2993760" cy="2042280"/>
          </a:xfrm>
          <a:prstGeom prst="rect">
            <a:avLst/>
          </a:prstGeom>
          <a:noFill/>
          <a:ln w="0">
            <a:noFill/>
          </a:ln>
        </p:spPr>
        <p:txBody>
          <a:bodyPr lIns="0" rIns="0" tIns="0" bIns="0" anchor="t">
            <a:normAutofit/>
          </a:bodyPr>
          <a:p>
            <a:endParaRPr b="0" lang="en-AU" sz="4160" spc="-1" strike="noStrike">
              <a:latin typeface="Arial"/>
            </a:endParaRPr>
          </a:p>
        </p:txBody>
      </p:sp>
      <p:sp>
        <p:nvSpPr>
          <p:cNvPr id="39" name="PlaceHolder 6"/>
          <p:cNvSpPr>
            <a:spLocks noGrp="1"/>
          </p:cNvSpPr>
          <p:nvPr>
            <p:ph/>
          </p:nvPr>
        </p:nvSpPr>
        <p:spPr>
          <a:xfrm>
            <a:off x="3840120" y="3959640"/>
            <a:ext cx="2993760" cy="2042280"/>
          </a:xfrm>
          <a:prstGeom prst="rect">
            <a:avLst/>
          </a:prstGeom>
          <a:noFill/>
          <a:ln w="0">
            <a:noFill/>
          </a:ln>
        </p:spPr>
        <p:txBody>
          <a:bodyPr lIns="0" rIns="0" tIns="0" bIns="0" anchor="t">
            <a:normAutofit/>
          </a:bodyPr>
          <a:p>
            <a:endParaRPr b="0" lang="en-AU" sz="4160" spc="-1" strike="noStrike">
              <a:latin typeface="Arial"/>
            </a:endParaRPr>
          </a:p>
        </p:txBody>
      </p:sp>
      <p:sp>
        <p:nvSpPr>
          <p:cNvPr id="40" name="PlaceHolder 7"/>
          <p:cNvSpPr>
            <a:spLocks noGrp="1"/>
          </p:cNvSpPr>
          <p:nvPr>
            <p:ph/>
          </p:nvPr>
        </p:nvSpPr>
        <p:spPr>
          <a:xfrm>
            <a:off x="6984000" y="3959640"/>
            <a:ext cx="2993760" cy="2042280"/>
          </a:xfrm>
          <a:prstGeom prst="rect">
            <a:avLst/>
          </a:prstGeom>
          <a:noFill/>
          <a:ln w="0">
            <a:noFill/>
          </a:ln>
        </p:spPr>
        <p:txBody>
          <a:bodyPr lIns="0" rIns="0" tIns="0" bIns="0" anchor="t">
            <a:normAutofit/>
          </a:bodyPr>
          <a:p>
            <a:endParaRPr b="0" lang="en-AU" sz="4160" spc="-1" strike="noStrike">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8A1D3DE2-2473-4B31-A7B8-FD0E175CF93D}" type="slidenum">
              <a:t>&lt;#&gt;</a:t>
            </a:fld>
          </a:p>
        </p:txBody>
      </p:sp>
      <p:sp>
        <p:nvSpPr>
          <p:cNvPr id="11" name="PlaceHolder 10"/>
          <p:cNvSpPr>
            <a:spLocks noGrp="1"/>
          </p:cNvSpPr>
          <p:nvPr>
            <p:ph type="dt" idx="1"/>
          </p:nvPr>
        </p:nvSpPr>
        <p:spPr/>
        <p:txBody>
          <a:bodyPr/>
          <a:p>
            <a:r>
              <a:rPr lang="en-AU"/>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696240" y="289800"/>
            <a:ext cx="9298440" cy="1232640"/>
          </a:xfrm>
          <a:prstGeom prst="rect">
            <a:avLst/>
          </a:prstGeom>
          <a:noFill/>
          <a:ln w="0">
            <a:noFill/>
          </a:ln>
        </p:spPr>
        <p:txBody>
          <a:bodyPr lIns="0" rIns="0" tIns="0" bIns="0" anchor="ctr">
            <a:noAutofit/>
          </a:bodyPr>
          <a:p>
            <a:pPr algn="ctr">
              <a:buNone/>
            </a:pPr>
            <a:r>
              <a:rPr b="0" lang="en-AU" sz="5730" spc="-1" strike="noStrike">
                <a:latin typeface="Arial"/>
              </a:rPr>
              <a:t>Click to edit the title text format</a:t>
            </a:r>
            <a:endParaRPr b="0" lang="en-AU" sz="5730" spc="-1" strike="noStrike">
              <a:latin typeface="Arial"/>
            </a:endParaRPr>
          </a:p>
        </p:txBody>
      </p:sp>
      <p:sp>
        <p:nvSpPr>
          <p:cNvPr id="1" name="PlaceHolder 2"/>
          <p:cNvSpPr>
            <a:spLocks noGrp="1"/>
          </p:cNvSpPr>
          <p:nvPr>
            <p:ph type="body"/>
          </p:nvPr>
        </p:nvSpPr>
        <p:spPr>
          <a:xfrm>
            <a:off x="696240" y="1722960"/>
            <a:ext cx="9298440" cy="4282200"/>
          </a:xfrm>
          <a:prstGeom prst="rect">
            <a:avLst/>
          </a:prstGeom>
          <a:noFill/>
          <a:ln w="0">
            <a:noFill/>
          </a:ln>
        </p:spPr>
        <p:txBody>
          <a:bodyPr lIns="0" rIns="0" tIns="0" bIns="0" anchor="t">
            <a:normAutofit/>
          </a:bodyPr>
          <a:p>
            <a:pPr marL="432000" indent="-324000">
              <a:spcBef>
                <a:spcPts val="1843"/>
              </a:spcBef>
              <a:buClr>
                <a:srgbClr val="000000"/>
              </a:buClr>
              <a:buSzPct val="45000"/>
              <a:buFont typeface="Wingdings" charset="2"/>
              <a:buChar char=""/>
            </a:pPr>
            <a:r>
              <a:rPr b="0" lang="en-AU" sz="4160" spc="-1" strike="noStrike">
                <a:latin typeface="Arial"/>
              </a:rPr>
              <a:t>Click to edit the outline text format</a:t>
            </a:r>
            <a:endParaRPr b="0" lang="en-AU" sz="4160" spc="-1" strike="noStrike">
              <a:latin typeface="Arial"/>
            </a:endParaRPr>
          </a:p>
          <a:p>
            <a:pPr lvl="1" marL="864000" indent="-324000">
              <a:spcBef>
                <a:spcPts val="1471"/>
              </a:spcBef>
              <a:buClr>
                <a:srgbClr val="000000"/>
              </a:buClr>
              <a:buSzPct val="75000"/>
              <a:buFont typeface="Symbol" charset="2"/>
              <a:buChar char=""/>
            </a:pPr>
            <a:r>
              <a:rPr b="0" lang="en-AU" sz="3650" spc="-1" strike="noStrike">
                <a:latin typeface="Arial"/>
              </a:rPr>
              <a:t>Second Outline Level</a:t>
            </a:r>
            <a:endParaRPr b="0" lang="en-AU" sz="3650" spc="-1" strike="noStrike">
              <a:latin typeface="Arial"/>
            </a:endParaRPr>
          </a:p>
          <a:p>
            <a:pPr lvl="2" marL="1296000" indent="-288000">
              <a:spcBef>
                <a:spcPts val="1103"/>
              </a:spcBef>
              <a:buClr>
                <a:srgbClr val="000000"/>
              </a:buClr>
              <a:buSzPct val="45000"/>
              <a:buFont typeface="Wingdings" charset="2"/>
              <a:buChar char=""/>
            </a:pPr>
            <a:r>
              <a:rPr b="0" lang="en-AU" sz="3120" spc="-1" strike="noStrike">
                <a:latin typeface="Arial"/>
              </a:rPr>
              <a:t>Third Outline Level</a:t>
            </a:r>
            <a:endParaRPr b="0" lang="en-AU" sz="3120" spc="-1" strike="noStrike">
              <a:latin typeface="Arial"/>
            </a:endParaRPr>
          </a:p>
          <a:p>
            <a:pPr lvl="3" marL="1728000" indent="-216000">
              <a:spcBef>
                <a:spcPts val="734"/>
              </a:spcBef>
              <a:buClr>
                <a:srgbClr val="000000"/>
              </a:buClr>
              <a:buSzPct val="75000"/>
              <a:buFont typeface="Symbol" charset="2"/>
              <a:buChar char=""/>
            </a:pPr>
            <a:r>
              <a:rPr b="0" lang="en-AU" sz="2600" spc="-1" strike="noStrike">
                <a:latin typeface="Arial"/>
              </a:rPr>
              <a:t>Fourth Outline Level</a:t>
            </a:r>
            <a:endParaRPr b="0" lang="en-AU" sz="2600" spc="-1" strike="noStrike">
              <a:latin typeface="Arial"/>
            </a:endParaRPr>
          </a:p>
          <a:p>
            <a:pPr lvl="4" marL="2160000" indent="-216000">
              <a:spcBef>
                <a:spcPts val="366"/>
              </a:spcBef>
              <a:buClr>
                <a:srgbClr val="000000"/>
              </a:buClr>
              <a:buSzPct val="45000"/>
              <a:buFont typeface="Wingdings" charset="2"/>
              <a:buChar char=""/>
            </a:pPr>
            <a:r>
              <a:rPr b="0" lang="en-AU" sz="2600" spc="-1" strike="noStrike">
                <a:latin typeface="Arial"/>
              </a:rPr>
              <a:t>Fifth Outline Level</a:t>
            </a:r>
            <a:endParaRPr b="0" lang="en-AU" sz="2600" spc="-1" strike="noStrike">
              <a:latin typeface="Arial"/>
            </a:endParaRPr>
          </a:p>
          <a:p>
            <a:pPr lvl="5" marL="2592000" indent="-216000">
              <a:spcBef>
                <a:spcPts val="366"/>
              </a:spcBef>
              <a:buClr>
                <a:srgbClr val="000000"/>
              </a:buClr>
              <a:buSzPct val="45000"/>
              <a:buFont typeface="Wingdings" charset="2"/>
              <a:buChar char=""/>
            </a:pPr>
            <a:r>
              <a:rPr b="0" lang="en-AU" sz="2600" spc="-1" strike="noStrike">
                <a:latin typeface="Arial"/>
              </a:rPr>
              <a:t>Sixth Outline Level</a:t>
            </a:r>
            <a:endParaRPr b="0" lang="en-AU" sz="2600" spc="-1" strike="noStrike">
              <a:latin typeface="Arial"/>
            </a:endParaRPr>
          </a:p>
          <a:p>
            <a:pPr lvl="6" marL="3024000" indent="-216000">
              <a:spcBef>
                <a:spcPts val="366"/>
              </a:spcBef>
              <a:buClr>
                <a:srgbClr val="000000"/>
              </a:buClr>
              <a:buSzPct val="45000"/>
              <a:buFont typeface="Wingdings" charset="2"/>
              <a:buChar char=""/>
            </a:pPr>
            <a:r>
              <a:rPr b="0" lang="en-AU" sz="2600" spc="-1" strike="noStrike">
                <a:latin typeface="Arial"/>
              </a:rPr>
              <a:t>Seventh Outline Level</a:t>
            </a:r>
            <a:endParaRPr b="0" lang="en-AU" sz="2600" spc="-1" strike="noStrike">
              <a:latin typeface="Arial"/>
            </a:endParaRPr>
          </a:p>
        </p:txBody>
      </p:sp>
      <p:sp>
        <p:nvSpPr>
          <p:cNvPr id="2" name="PlaceHolder 3"/>
          <p:cNvSpPr>
            <a:spLocks noGrp="1"/>
          </p:cNvSpPr>
          <p:nvPr>
            <p:ph type="dt" idx="1"/>
          </p:nvPr>
        </p:nvSpPr>
        <p:spPr>
          <a:xfrm>
            <a:off x="696240" y="6721920"/>
            <a:ext cx="2406960" cy="508680"/>
          </a:xfrm>
          <a:prstGeom prst="rect">
            <a:avLst/>
          </a:prstGeom>
          <a:noFill/>
          <a:ln w="0">
            <a:noFill/>
          </a:ln>
        </p:spPr>
        <p:txBody>
          <a:bodyPr lIns="0" rIns="0" tIns="0" bIns="0" anchor="t">
            <a:noAutofit/>
          </a:bodyPr>
          <a:lstStyle>
            <a:lvl1pPr>
              <a:defRPr b="0" lang="en-AU" sz="1400" spc="-1" strike="noStrike">
                <a:latin typeface="Times New Roman"/>
              </a:defRPr>
            </a:lvl1pPr>
          </a:lstStyle>
          <a:p>
            <a:r>
              <a:rPr b="0" lang="en-AU" sz="1400" spc="-1" strike="noStrike">
                <a:latin typeface="Times New Roman"/>
              </a:rPr>
              <a:t>&lt;date/time&gt;</a:t>
            </a:r>
            <a:endParaRPr b="0" lang="en-AU" sz="1400" spc="-1" strike="noStrike">
              <a:latin typeface="Times New Roman"/>
            </a:endParaRPr>
          </a:p>
        </p:txBody>
      </p:sp>
      <p:sp>
        <p:nvSpPr>
          <p:cNvPr id="3" name="PlaceHolder 4"/>
          <p:cNvSpPr>
            <a:spLocks noGrp="1"/>
          </p:cNvSpPr>
          <p:nvPr>
            <p:ph type="ftr" idx="2"/>
          </p:nvPr>
        </p:nvSpPr>
        <p:spPr>
          <a:xfrm>
            <a:off x="3713400" y="6721920"/>
            <a:ext cx="3274920" cy="508680"/>
          </a:xfrm>
          <a:prstGeom prst="rect">
            <a:avLst/>
          </a:prstGeom>
          <a:noFill/>
          <a:ln w="0">
            <a:noFill/>
          </a:ln>
        </p:spPr>
        <p:txBody>
          <a:bodyPr lIns="0" rIns="0" tIns="0" bIns="0" anchor="t">
            <a:noAutofit/>
          </a:bodyPr>
          <a:lstStyle>
            <a:lvl1pPr algn="ctr">
              <a:buNone/>
              <a:defRPr b="0" lang="en-AU" sz="1400" spc="-1" strike="noStrike">
                <a:latin typeface="Times New Roman"/>
              </a:defRPr>
            </a:lvl1pPr>
          </a:lstStyle>
          <a:p>
            <a:pPr algn="ctr">
              <a:buNone/>
            </a:pPr>
            <a:r>
              <a:rPr b="0" lang="en-AU" sz="1400" spc="-1" strike="noStrike">
                <a:latin typeface="Times New Roman"/>
              </a:rPr>
              <a:t>&lt;footer&gt;</a:t>
            </a:r>
            <a:endParaRPr b="0" lang="en-AU" sz="1400" spc="-1" strike="noStrike">
              <a:latin typeface="Times New Roman"/>
            </a:endParaRPr>
          </a:p>
        </p:txBody>
      </p:sp>
      <p:sp>
        <p:nvSpPr>
          <p:cNvPr id="4" name="PlaceHolder 5"/>
          <p:cNvSpPr>
            <a:spLocks noGrp="1"/>
          </p:cNvSpPr>
          <p:nvPr>
            <p:ph type="sldNum" idx="3"/>
          </p:nvPr>
        </p:nvSpPr>
        <p:spPr>
          <a:xfrm>
            <a:off x="7587720" y="6721920"/>
            <a:ext cx="2406960" cy="508680"/>
          </a:xfrm>
          <a:prstGeom prst="rect">
            <a:avLst/>
          </a:prstGeom>
          <a:noFill/>
          <a:ln w="0">
            <a:noFill/>
          </a:ln>
        </p:spPr>
        <p:txBody>
          <a:bodyPr lIns="0" rIns="0" tIns="0" bIns="0" anchor="t">
            <a:noAutofit/>
          </a:bodyPr>
          <a:lstStyle>
            <a:lvl1pPr algn="r">
              <a:buNone/>
              <a:defRPr b="0" lang="en-AU" sz="1400" spc="-1" strike="noStrike">
                <a:latin typeface="Times New Roman"/>
              </a:defRPr>
            </a:lvl1pPr>
          </a:lstStyle>
          <a:p>
            <a:pPr algn="r">
              <a:buNone/>
            </a:pPr>
            <a:fld id="{E05FAB54-2644-4441-AD79-5485FA2A87BD}" type="slidenum">
              <a:rPr b="0" lang="en-AU" sz="1400" spc="-1" strike="noStrike">
                <a:latin typeface="Times New Roman"/>
              </a:rPr>
              <a:t>&lt;number&gt;</a:t>
            </a:fld>
            <a:endParaRPr b="0" lang="en-AU"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eeeeee"/>
            </a:gs>
            <a:gs pos="100000">
              <a:srgbClr val="dddddd"/>
            </a:gs>
          </a:gsLst>
          <a:lin ang="5400000"/>
        </a:gra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180360" y="127800"/>
            <a:ext cx="2214000" cy="443160"/>
          </a:xfrm>
          <a:prstGeom prst="rect">
            <a:avLst/>
          </a:prstGeom>
          <a:noFill/>
          <a:ln w="0">
            <a:noFill/>
          </a:ln>
        </p:spPr>
        <p:txBody>
          <a:bodyPr lIns="0" rIns="0" tIns="0" bIns="0" anchor="ctr">
            <a:noAutofit/>
          </a:bodyPr>
          <a:p>
            <a:pPr algn="ctr">
              <a:buNone/>
            </a:pPr>
            <a:r>
              <a:rPr b="0" lang="en-AU" sz="2400" spc="-1" strike="noStrike">
                <a:latin typeface="Arial"/>
              </a:rPr>
              <a:t>Borloin Gorsk</a:t>
            </a:r>
            <a:endParaRPr b="0" lang="en-AU" sz="2400" spc="-1" strike="noStrike">
              <a:latin typeface="Arial"/>
            </a:endParaRPr>
          </a:p>
        </p:txBody>
      </p:sp>
      <p:sp>
        <p:nvSpPr>
          <p:cNvPr id="42" name="PlaceHolder 2"/>
          <p:cNvSpPr>
            <a:spLocks noGrp="1"/>
          </p:cNvSpPr>
          <p:nvPr>
            <p:ph type="subTitle"/>
          </p:nvPr>
        </p:nvSpPr>
        <p:spPr>
          <a:xfrm>
            <a:off x="180360" y="570240"/>
            <a:ext cx="10332000" cy="3506760"/>
          </a:xfrm>
          <a:prstGeom prst="rect">
            <a:avLst/>
          </a:prstGeom>
          <a:noFill/>
          <a:ln w="0">
            <a:noFill/>
          </a:ln>
        </p:spPr>
        <p:txBody>
          <a:bodyPr lIns="0" rIns="0" tIns="0" bIns="0" anchor="ctr">
            <a:noAutofit/>
          </a:bodyPr>
          <a:p>
            <a:r>
              <a:rPr b="1" lang="en-AU" sz="1100" spc="-1" strike="noStrike" u="sng">
                <a:uFillTx/>
                <a:latin typeface="Arial"/>
              </a:rPr>
              <a:t>Background:</a:t>
            </a:r>
            <a:r>
              <a:rPr b="1" lang="en-AU" sz="1100" spc="-1" strike="noStrike">
                <a:latin typeface="Arial"/>
              </a:rPr>
              <a:t> </a:t>
            </a:r>
            <a:r>
              <a:rPr b="0" lang="en-AU" sz="1100" spc="-1" strike="noStrike">
                <a:latin typeface="Arial"/>
              </a:rPr>
              <a:t>In the shadowed corridors of Nevarellon, where the storm-touched faith of the Tempest Scions holds sway, there emerges Borloin, an orphaned soul raised in the austere embrace of the Tempest Faith. </a:t>
            </a:r>
            <a:endParaRPr b="0" lang="en-AU" sz="1100" spc="-1" strike="noStrike">
              <a:latin typeface="Arial"/>
            </a:endParaRPr>
          </a:p>
          <a:p>
            <a:endParaRPr b="0" lang="en-AU" sz="1100" spc="-1" strike="noStrike">
              <a:latin typeface="Arial"/>
            </a:endParaRPr>
          </a:p>
          <a:p>
            <a:r>
              <a:rPr b="0" lang="en-AU" sz="1100" spc="-1" strike="noStrike">
                <a:latin typeface="Arial"/>
              </a:rPr>
              <a:t>From his earliest days, Borloin has navigated the turbulent currents of a life shaped by the harsh disciplines of a faith obsessed with physical and mental endurance.</a:t>
            </a:r>
            <a:endParaRPr b="0" lang="en-AU" sz="1100" spc="-1" strike="noStrike">
              <a:latin typeface="Arial"/>
            </a:endParaRPr>
          </a:p>
          <a:p>
            <a:r>
              <a:rPr b="0" lang="en-AU" sz="1100" spc="-1" strike="noStrike">
                <a:latin typeface="Arial"/>
              </a:rPr>
              <a:t>Borloin's infancy unfolded beneath the watchful eyes of the faithful, who moulded his spirit through a relentless regimen of rituals. These rites, intended to prepare the soul for the enigmatic 'Cleansing Storm,' whispered of rebirth, a divine act that would reshape the world in the image of the Storm King Talos. </a:t>
            </a:r>
            <a:endParaRPr b="0" lang="en-AU" sz="1100" spc="-1" strike="noStrike">
              <a:latin typeface="Arial"/>
            </a:endParaRPr>
          </a:p>
          <a:p>
            <a:endParaRPr b="0" lang="en-AU" sz="1100" spc="-1" strike="noStrike">
              <a:latin typeface="Arial"/>
            </a:endParaRPr>
          </a:p>
          <a:p>
            <a:r>
              <a:rPr b="0" lang="en-AU" sz="1100" spc="-1" strike="noStrike">
                <a:latin typeface="Arial"/>
              </a:rPr>
              <a:t>Borloin, resilient in both body and spirit, emerged from this crucible with a fervent commitment to his faith. As the years wove the fabric of his devotion, his unwavering dedication was met with divine favor. Blessed by the Tempest God to be an anointed cleric of the impending Storm, Borloin now walks the path of a chosen vessel, entrusted with the sacred duty of enacting the will of the Tempest.</a:t>
            </a:r>
            <a:endParaRPr b="0" lang="en-AU" sz="1100" spc="-1" strike="noStrike">
              <a:latin typeface="Arial"/>
            </a:endParaRPr>
          </a:p>
          <a:p>
            <a:endParaRPr b="0" lang="en-AU" sz="1100" spc="-1" strike="noStrike">
              <a:latin typeface="Arial"/>
            </a:endParaRPr>
          </a:p>
          <a:p>
            <a:r>
              <a:rPr b="0" lang="en-AU" sz="1100" spc="-1" strike="noStrike">
                <a:latin typeface="Arial"/>
              </a:rPr>
              <a:t>Yet, with this divine calling comes a peculiar burden. Borloin, since his anointing, has been haunted by dreams that dance on the fringes of confusion and chaos. He perceives these nocturnal visions as messages from the Tempest God, yet their meaning eludes him, leaving him to grapple with the enigmatic whispers that echo in the recesses of his mind.</a:t>
            </a:r>
            <a:endParaRPr b="0" lang="en-AU" sz="1100" spc="-1" strike="noStrike">
              <a:latin typeface="Arial"/>
            </a:endParaRPr>
          </a:p>
          <a:p>
            <a:endParaRPr b="0" lang="en-AU" sz="1100" spc="-1" strike="noStrike">
              <a:latin typeface="Arial"/>
            </a:endParaRPr>
          </a:p>
          <a:p>
            <a:r>
              <a:rPr b="0" lang="en-AU" sz="1100" spc="-1" strike="noStrike">
                <a:latin typeface="Arial"/>
              </a:rPr>
              <a:t>In the bustling streets of Nevarellon, Borloin carries the mantle of an anointed cleric with solemn grace. His every step resonates with the weight of divine purpose, and his presence commands a certain reverence among the Tempest Scions. Yet, behind the facade of unwavering faith, Borloin grapples with the cryptic dreams that mark the boundaries between mortal and divine comprehension. His journey, an odyssey through tempest-touched rites and mystic dreams, unfolds against the backdrop of a city where the storm's whispers are both a guiding light and an enigmatic labyrinth. </a:t>
            </a:r>
            <a:endParaRPr b="0" lang="en-AU" sz="1100" spc="-1" strike="noStrike">
              <a:latin typeface="Arial"/>
            </a:endParaRPr>
          </a:p>
          <a:p>
            <a:endParaRPr b="0" lang="en-AU" sz="1100" spc="-1" strike="noStrike">
              <a:latin typeface="Arial"/>
            </a:endParaRPr>
          </a:p>
          <a:p>
            <a:r>
              <a:rPr b="0" lang="en-AU" sz="1100" spc="-1" strike="noStrike">
                <a:latin typeface="Arial"/>
              </a:rPr>
              <a:t>In Borloin, the tempest finds a faithful conduit, a mortal vessel bound by a destiny entwined with the echoes of a coming storm that will reshape both the heavens and the earth.</a:t>
            </a:r>
            <a:endParaRPr b="0" lang="en-AU" sz="1100" spc="-1" strike="noStrike">
              <a:latin typeface="Arial"/>
            </a:endParaRPr>
          </a:p>
        </p:txBody>
      </p:sp>
      <p:sp>
        <p:nvSpPr>
          <p:cNvPr id="43" name=""/>
          <p:cNvSpPr txBox="1"/>
          <p:nvPr/>
        </p:nvSpPr>
        <p:spPr>
          <a:xfrm>
            <a:off x="2550960" y="4140000"/>
            <a:ext cx="1064520" cy="1638000"/>
          </a:xfrm>
          <a:prstGeom prst="rect">
            <a:avLst/>
          </a:prstGeom>
          <a:noFill/>
          <a:ln w="0">
            <a:solidFill>
              <a:srgbClr val="ff0000"/>
            </a:solidFill>
          </a:ln>
        </p:spPr>
        <p:txBody>
          <a:bodyPr lIns="90000" rIns="90000" tIns="45000" bIns="45000" anchor="ctr">
            <a:noAutofit/>
          </a:bodyPr>
          <a:p>
            <a:r>
              <a:rPr b="0" lang="en-AU" sz="1050" spc="-1" strike="noStrike">
                <a:latin typeface="Arial"/>
              </a:rPr>
              <a:t>Race: Dwarf</a:t>
            </a:r>
            <a:endParaRPr b="0" lang="en-AU" sz="1050" spc="-1" strike="noStrike">
              <a:latin typeface="Arial"/>
            </a:endParaRPr>
          </a:p>
          <a:p>
            <a:r>
              <a:rPr b="0" lang="en-AU" sz="1050" spc="-1" strike="noStrike">
                <a:latin typeface="Arial"/>
              </a:rPr>
              <a:t>Class: Cleric</a:t>
            </a:r>
            <a:endParaRPr b="0" lang="en-AU" sz="1050" spc="-1" strike="noStrike">
              <a:latin typeface="Arial"/>
            </a:endParaRPr>
          </a:p>
          <a:p>
            <a:r>
              <a:rPr b="0" lang="en-AU" sz="1050" spc="-1" strike="noStrike">
                <a:latin typeface="Arial"/>
              </a:rPr>
              <a:t>Age: 63</a:t>
            </a:r>
            <a:endParaRPr b="0" lang="en-AU" sz="1050" spc="-1" strike="noStrike">
              <a:latin typeface="Arial"/>
            </a:endParaRPr>
          </a:p>
          <a:p>
            <a:r>
              <a:rPr b="0" lang="en-AU" sz="1050" spc="-1" strike="noStrike">
                <a:latin typeface="Arial"/>
              </a:rPr>
              <a:t>Height: 5ft</a:t>
            </a:r>
            <a:endParaRPr b="0" lang="en-AU" sz="1050" spc="-1" strike="noStrike">
              <a:latin typeface="Arial"/>
            </a:endParaRPr>
          </a:p>
          <a:p>
            <a:r>
              <a:rPr b="0" lang="en-AU" sz="1050" spc="-1" strike="noStrike">
                <a:latin typeface="Arial"/>
              </a:rPr>
              <a:t>Weight:162lbs</a:t>
            </a:r>
            <a:endParaRPr b="0" lang="en-AU" sz="1050" spc="-1" strike="noStrike">
              <a:latin typeface="Arial"/>
            </a:endParaRPr>
          </a:p>
          <a:p>
            <a:r>
              <a:rPr b="0" lang="en-AU" sz="1050" spc="-1" strike="noStrike">
                <a:latin typeface="Arial"/>
              </a:rPr>
              <a:t>Eyes: Grey </a:t>
            </a:r>
            <a:endParaRPr b="0" lang="en-AU" sz="1050" spc="-1" strike="noStrike">
              <a:latin typeface="Arial"/>
            </a:endParaRPr>
          </a:p>
          <a:p>
            <a:r>
              <a:rPr b="0" lang="en-AU" sz="1050" spc="-1" strike="noStrike">
                <a:latin typeface="Arial"/>
              </a:rPr>
              <a:t>Skin: Light tan</a:t>
            </a:r>
            <a:endParaRPr b="0" lang="en-AU" sz="1050" spc="-1" strike="noStrike">
              <a:latin typeface="Arial"/>
            </a:endParaRPr>
          </a:p>
          <a:p>
            <a:r>
              <a:rPr b="0" lang="en-AU" sz="1050" spc="-1" strike="noStrike">
                <a:latin typeface="Arial"/>
              </a:rPr>
              <a:t>Hair: Auburn</a:t>
            </a:r>
            <a:r>
              <a:rPr b="0" lang="en-AU" sz="1200" spc="-1" strike="noStrike">
                <a:latin typeface="Arial"/>
              </a:rPr>
              <a:t>                              </a:t>
            </a:r>
            <a:endParaRPr b="0" lang="en-AU" sz="1200" spc="-1" strike="noStrike">
              <a:latin typeface="Arial"/>
            </a:endParaRPr>
          </a:p>
        </p:txBody>
      </p:sp>
      <p:sp>
        <p:nvSpPr>
          <p:cNvPr id="44" name=""/>
          <p:cNvSpPr/>
          <p:nvPr/>
        </p:nvSpPr>
        <p:spPr>
          <a:xfrm>
            <a:off x="180000" y="4158000"/>
            <a:ext cx="2340000" cy="2973600"/>
          </a:xfrm>
          <a:prstGeom prst="rect">
            <a:avLst/>
          </a:prstGeom>
          <a:solidFill>
            <a:srgbClr val="729fcf"/>
          </a:solidFill>
          <a:ln w="0">
            <a:solidFill>
              <a:srgbClr val="3465a4"/>
            </a:solidFill>
          </a:ln>
        </p:spPr>
        <p:style>
          <a:lnRef idx="0"/>
          <a:fillRef idx="0"/>
          <a:effectRef idx="0"/>
          <a:fontRef idx="minor"/>
        </p:style>
      </p:sp>
      <p:pic>
        <p:nvPicPr>
          <p:cNvPr id="45" name="" descr=""/>
          <p:cNvPicPr/>
          <p:nvPr/>
        </p:nvPicPr>
        <p:blipFill>
          <a:blip r:embed="rId1"/>
          <a:stretch/>
        </p:blipFill>
        <p:spPr>
          <a:xfrm rot="9600">
            <a:off x="180720" y="4161240"/>
            <a:ext cx="2334960" cy="2967120"/>
          </a:xfrm>
          <a:prstGeom prst="rect">
            <a:avLst/>
          </a:prstGeom>
          <a:ln w="0">
            <a:noFill/>
          </a:ln>
        </p:spPr>
      </p:pic>
      <p:sp>
        <p:nvSpPr>
          <p:cNvPr id="46" name=""/>
          <p:cNvSpPr txBox="1"/>
          <p:nvPr/>
        </p:nvSpPr>
        <p:spPr>
          <a:xfrm>
            <a:off x="3615480" y="4158000"/>
            <a:ext cx="6896520" cy="1291320"/>
          </a:xfrm>
          <a:prstGeom prst="rect">
            <a:avLst/>
          </a:prstGeom>
          <a:noFill/>
          <a:ln w="19080">
            <a:solidFill>
              <a:srgbClr val="e16173"/>
            </a:solidFill>
            <a:round/>
          </a:ln>
        </p:spPr>
        <p:txBody>
          <a:bodyPr lIns="99360" rIns="99360" tIns="54360" bIns="54360" anchor="t">
            <a:noAutofit/>
          </a:bodyPr>
          <a:p>
            <a:r>
              <a:rPr b="1" lang="en-AU" sz="1100" spc="-1" strike="noStrike">
                <a:latin typeface="Arial"/>
              </a:rPr>
              <a:t>Personality Traits:</a:t>
            </a:r>
            <a:r>
              <a:rPr b="0" lang="en-AU" sz="1100" spc="-1" strike="noStrike">
                <a:latin typeface="Arial"/>
              </a:rPr>
              <a:t> I see Omens in every event &amp; action. The Gods try to speak to us.</a:t>
            </a:r>
            <a:endParaRPr b="0" lang="en-AU" sz="1100" spc="-1" strike="noStrike">
              <a:latin typeface="Arial"/>
            </a:endParaRPr>
          </a:p>
          <a:p>
            <a:endParaRPr b="0" lang="en-AU" sz="1100" spc="-1" strike="noStrike">
              <a:latin typeface="Arial"/>
            </a:endParaRPr>
          </a:p>
          <a:p>
            <a:r>
              <a:rPr b="1" lang="en-AU" sz="1100" spc="-1" strike="noStrike">
                <a:latin typeface="Arial"/>
              </a:rPr>
              <a:t>Ideals: </a:t>
            </a:r>
            <a:r>
              <a:rPr b="0" lang="en-AU" sz="1100" spc="-1" strike="noStrike">
                <a:latin typeface="Arial"/>
              </a:rPr>
              <a:t>I seek to prove myself worthy of my God’s favor by matching my actions to their teachings.</a:t>
            </a:r>
            <a:endParaRPr b="0" lang="en-AU" sz="1100" spc="-1" strike="noStrike">
              <a:latin typeface="Arial"/>
            </a:endParaRPr>
          </a:p>
          <a:p>
            <a:endParaRPr b="0" lang="en-AU" sz="1100" spc="-1" strike="noStrike">
              <a:latin typeface="Arial"/>
            </a:endParaRPr>
          </a:p>
          <a:p>
            <a:r>
              <a:rPr b="1" lang="en-AU" sz="1100" spc="-1" strike="noStrike">
                <a:latin typeface="Arial"/>
              </a:rPr>
              <a:t>Bonds: </a:t>
            </a:r>
            <a:r>
              <a:rPr b="0" lang="en-AU" sz="1100" spc="-1" strike="noStrike">
                <a:latin typeface="Arial"/>
              </a:rPr>
              <a:t>I would die to recover an ancient relic of my faith.</a:t>
            </a:r>
            <a:endParaRPr b="0" lang="en-AU" sz="1100" spc="-1" strike="noStrike">
              <a:latin typeface="Arial"/>
            </a:endParaRPr>
          </a:p>
          <a:p>
            <a:endParaRPr b="0" lang="en-AU" sz="1100" spc="-1" strike="noStrike">
              <a:latin typeface="Arial"/>
            </a:endParaRPr>
          </a:p>
          <a:p>
            <a:r>
              <a:rPr b="1" lang="en-AU" sz="1100" spc="-1" strike="noStrike">
                <a:latin typeface="Arial"/>
              </a:rPr>
              <a:t>Flaws: </a:t>
            </a:r>
            <a:r>
              <a:rPr b="0" lang="en-AU" sz="1100" spc="-1" strike="noStrike">
                <a:latin typeface="Arial"/>
              </a:rPr>
              <a:t>I put too much trust in those who would wield power within my temples Hierarchy.</a:t>
            </a:r>
            <a:endParaRPr b="0" lang="en-AU" sz="1100" spc="-1" strike="noStrike">
              <a:latin typeface="Arial"/>
            </a:endParaRPr>
          </a:p>
        </p:txBody>
      </p:sp>
      <p:sp>
        <p:nvSpPr>
          <p:cNvPr id="47" name=""/>
          <p:cNvSpPr txBox="1"/>
          <p:nvPr/>
        </p:nvSpPr>
        <p:spPr>
          <a:xfrm>
            <a:off x="3615480" y="5449320"/>
            <a:ext cx="6718320" cy="963720"/>
          </a:xfrm>
          <a:prstGeom prst="rect">
            <a:avLst/>
          </a:prstGeom>
          <a:noFill/>
          <a:ln w="0">
            <a:solidFill>
              <a:srgbClr val="ff0000"/>
            </a:solidFill>
          </a:ln>
        </p:spPr>
        <p:txBody>
          <a:bodyPr lIns="90000" rIns="90000" tIns="45000" bIns="45000" anchor="t">
            <a:noAutofit/>
          </a:bodyPr>
          <a:p>
            <a:pPr>
              <a:lnSpc>
                <a:spcPct val="100000"/>
              </a:lnSpc>
              <a:buNone/>
            </a:pPr>
            <a:r>
              <a:rPr b="1" lang="en-AU" sz="1100" spc="-1" strike="noStrike">
                <a:latin typeface="Arial"/>
              </a:rPr>
              <a:t>Motivation: </a:t>
            </a:r>
            <a:r>
              <a:rPr b="0" lang="en-AU" sz="1100" spc="-1" strike="noStrike">
                <a:latin typeface="Arial"/>
              </a:rPr>
              <a:t> Borloin does not want for wealth. He will donate whatever he does not need beyond a commoners lifestyle to the Temple of the Tempest Sky.</a:t>
            </a:r>
            <a:endParaRPr b="0" lang="en-AU" sz="1100" spc="-1" strike="noStrike">
              <a:latin typeface="Arial"/>
            </a:endParaRPr>
          </a:p>
          <a:p>
            <a:pPr>
              <a:lnSpc>
                <a:spcPct val="100000"/>
              </a:lnSpc>
              <a:buNone/>
            </a:pPr>
            <a:endParaRPr b="0" lang="en-AU" sz="1100" spc="-1" strike="noStrike">
              <a:latin typeface="Arial"/>
            </a:endParaRPr>
          </a:p>
          <a:p>
            <a:pPr>
              <a:lnSpc>
                <a:spcPct val="100000"/>
              </a:lnSpc>
              <a:buNone/>
            </a:pPr>
            <a:r>
              <a:rPr b="0" lang="en-AU" sz="1100" spc="-1" strike="noStrike">
                <a:latin typeface="Arial"/>
              </a:rPr>
              <a:t>Borloin strives to prove himself to the Tempest God King Talos and to demonstrate the will/might/power/traditions of faith in Talos.</a:t>
            </a:r>
            <a:endParaRPr b="0" lang="en-AU" sz="11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48" name=""/>
          <p:cNvGraphicFramePr/>
          <p:nvPr/>
        </p:nvGraphicFramePr>
        <p:xfrm>
          <a:off x="225360" y="62280"/>
          <a:ext cx="945720" cy="3513960"/>
        </p:xfrm>
        <a:graphic>
          <a:graphicData uri="http://schemas.openxmlformats.org/drawingml/2006/table">
            <a:tbl>
              <a:tblPr/>
              <a:tblGrid>
                <a:gridCol w="541080"/>
                <a:gridCol w="405000"/>
              </a:tblGrid>
              <a:tr h="317520">
                <a:tc rowSpan="2">
                  <a:txBody>
                    <a:bodyPr lIns="90000" rIns="90000" tIns="46800" bIns="46800" anchor="ctr">
                      <a:noAutofit/>
                    </a:bodyPr>
                    <a:p>
                      <a:pPr algn="ctr">
                        <a:buNone/>
                      </a:pPr>
                      <a:r>
                        <a:rPr b="0" lang="en-AU" sz="1200" spc="-1" strike="noStrike">
                          <a:latin typeface="Arial"/>
                        </a:rPr>
                        <a:t>STR</a:t>
                      </a:r>
                      <a:endParaRPr b="0" lang="en-AU" sz="120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ff"/>
                    </a:solidFill>
                  </a:tcPr>
                </a:tc>
                <a:tc>
                  <a:txBody>
                    <a:bodyPr lIns="90000" rIns="90000" tIns="46800" bIns="46800" anchor="ctr">
                      <a:noAutofit/>
                    </a:bodyPr>
                    <a:p>
                      <a:pPr algn="ctr">
                        <a:buNone/>
                      </a:pPr>
                      <a:r>
                        <a:rPr b="0" lang="en-AU" sz="1520" spc="-1" strike="noStrike">
                          <a:latin typeface="Arial"/>
                        </a:rPr>
                        <a:t>+1</a:t>
                      </a:r>
                      <a:endParaRPr b="0" lang="en-AU" sz="152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d7"/>
                    </a:solidFill>
                  </a:tcPr>
                </a:tc>
              </a:tr>
              <a:tr h="315360">
                <a:tc vMerge="1">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ff"/>
                    </a:solidFill>
                  </a:tcPr>
                </a:tc>
                <a:tc>
                  <a:txBody>
                    <a:bodyPr lIns="90000" rIns="90000" tIns="46800" bIns="46800" anchor="ctr">
                      <a:noAutofit/>
                    </a:bodyPr>
                    <a:p>
                      <a:pPr algn="ctr">
                        <a:buNone/>
                      </a:pPr>
                      <a:r>
                        <a:rPr b="0" lang="en-AU" sz="800" spc="-1" strike="noStrike">
                          <a:latin typeface="Arial"/>
                        </a:rPr>
                        <a:t>13</a:t>
                      </a:r>
                      <a:endParaRPr b="0" lang="en-AU" sz="800" spc="-1" strike="noStrike">
                        <a:latin typeface="Arial"/>
                      </a:endParaRPr>
                    </a:p>
                  </a:txBody>
                  <a:tcPr anchor="ctr" marL="90000" marR="90000">
                    <a:lnL w="720">
                      <a:solidFill>
                        <a:srgbClr val="000000"/>
                      </a:solidFill>
                    </a:lnL>
                    <a:lnR w="720">
                      <a:solidFill>
                        <a:srgbClr val="000000"/>
                      </a:solidFill>
                    </a:lnR>
                    <a:lnT w="720">
                      <a:solidFill>
                        <a:srgbClr val="000000"/>
                      </a:solidFill>
                    </a:lnT>
                    <a:lnB>
                      <a:noFill/>
                    </a:lnB>
                    <a:solidFill>
                      <a:srgbClr val="dee7e5"/>
                    </a:solidFill>
                  </a:tcPr>
                </a:tc>
              </a:tr>
              <a:tr h="317520">
                <a:tc rowSpan="2">
                  <a:txBody>
                    <a:bodyPr lIns="90000" rIns="90000" tIns="46800" bIns="46800" anchor="ctr">
                      <a:noAutofit/>
                    </a:bodyPr>
                    <a:p>
                      <a:pPr algn="ctr">
                        <a:buNone/>
                      </a:pPr>
                      <a:r>
                        <a:rPr b="0" lang="en-AU" sz="1200" spc="-1" strike="noStrike">
                          <a:latin typeface="Arial"/>
                        </a:rPr>
                        <a:t>DEX</a:t>
                      </a:r>
                      <a:endParaRPr b="0" lang="en-AU" sz="1200" spc="-1" strike="noStrike">
                        <a:latin typeface="Arial"/>
                      </a:endParaRPr>
                    </a:p>
                  </a:txBody>
                  <a:tcPr anchor="ctr" marL="90000" marR="90000">
                    <a:lnL w="720">
                      <a:solidFill>
                        <a:srgbClr val="000000"/>
                      </a:solidFill>
                    </a:lnL>
                    <a:lnR>
                      <a:noFill/>
                    </a:lnR>
                    <a:lnT w="720">
                      <a:solidFill>
                        <a:srgbClr val="000000"/>
                      </a:solidFill>
                    </a:lnT>
                    <a:lnB w="720">
                      <a:solidFill>
                        <a:srgbClr val="000000"/>
                      </a:solidFill>
                    </a:lnB>
                    <a:solidFill>
                      <a:srgbClr val="ffffff"/>
                    </a:solidFill>
                  </a:tcPr>
                </a:tc>
                <a:tc>
                  <a:txBody>
                    <a:bodyPr lIns="90000" rIns="90000" tIns="46800" bIns="46800" anchor="ctr">
                      <a:noAutofit/>
                    </a:bodyPr>
                    <a:p>
                      <a:pPr algn="ctr">
                        <a:buNone/>
                      </a:pPr>
                      <a:r>
                        <a:rPr b="0" lang="en-AU" sz="1520" spc="-1" strike="noStrike">
                          <a:latin typeface="Arial"/>
                        </a:rPr>
                        <a:t>+0</a:t>
                      </a:r>
                      <a:endParaRPr b="0" lang="en-AU" sz="152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d7"/>
                    </a:solidFill>
                  </a:tcPr>
                </a:tc>
              </a:tr>
              <a:tr h="257400">
                <a:tc vMerge="1">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ff"/>
                    </a:solidFill>
                  </a:tcPr>
                </a:tc>
                <a:tc>
                  <a:txBody>
                    <a:bodyPr lIns="90000" rIns="90000" tIns="46800" bIns="46800" anchor="ctr">
                      <a:noAutofit/>
                    </a:bodyPr>
                    <a:p>
                      <a:pPr algn="ctr">
                        <a:buNone/>
                      </a:pPr>
                      <a:r>
                        <a:rPr b="0" lang="en-AU" sz="800" spc="-1" strike="noStrike">
                          <a:latin typeface="Arial"/>
                        </a:rPr>
                        <a:t>10</a:t>
                      </a:r>
                      <a:endParaRPr b="0" lang="en-AU" sz="800" spc="-1" strike="noStrike">
                        <a:latin typeface="Arial"/>
                      </a:endParaRPr>
                    </a:p>
                  </a:txBody>
                  <a:tcPr anchor="ctr" marL="90000" marR="90000">
                    <a:lnL w="720">
                      <a:solidFill>
                        <a:srgbClr val="000000"/>
                      </a:solidFill>
                    </a:lnL>
                    <a:lnR w="720">
                      <a:solidFill>
                        <a:srgbClr val="000000"/>
                      </a:solidFill>
                    </a:lnR>
                    <a:lnT>
                      <a:noFill/>
                    </a:lnT>
                    <a:lnB w="720">
                      <a:solidFill>
                        <a:srgbClr val="000000"/>
                      </a:solidFill>
                    </a:lnB>
                    <a:solidFill>
                      <a:srgbClr val="dee7e5"/>
                    </a:solidFill>
                  </a:tcPr>
                </a:tc>
              </a:tr>
              <a:tr h="317520">
                <a:tc rowSpan="2">
                  <a:txBody>
                    <a:bodyPr lIns="90000" rIns="90000" tIns="46800" bIns="46800" anchor="ctr">
                      <a:noAutofit/>
                    </a:bodyPr>
                    <a:p>
                      <a:pPr algn="ctr">
                        <a:buNone/>
                      </a:pPr>
                      <a:r>
                        <a:rPr b="0" lang="en-AU" sz="1200" spc="-1" strike="noStrike">
                          <a:latin typeface="Arial"/>
                        </a:rPr>
                        <a:t>CON</a:t>
                      </a:r>
                      <a:endParaRPr b="0" lang="en-AU" sz="120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ff"/>
                    </a:solidFill>
                  </a:tcPr>
                </a:tc>
                <a:tc>
                  <a:txBody>
                    <a:bodyPr lIns="90000" rIns="90000" tIns="46800" bIns="46800" anchor="ctr">
                      <a:noAutofit/>
                    </a:bodyPr>
                    <a:p>
                      <a:pPr algn="ctr">
                        <a:buNone/>
                      </a:pPr>
                      <a:r>
                        <a:rPr b="0" lang="en-AU" sz="1520" spc="-1" strike="noStrike">
                          <a:latin typeface="Arial"/>
                        </a:rPr>
                        <a:t>+3</a:t>
                      </a:r>
                      <a:endParaRPr b="0" lang="en-AU" sz="152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d7"/>
                    </a:solidFill>
                  </a:tcPr>
                </a:tc>
              </a:tr>
              <a:tr h="257400">
                <a:tc vMerge="1">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ff"/>
                    </a:solidFill>
                  </a:tcPr>
                </a:tc>
                <a:tc>
                  <a:txBody>
                    <a:bodyPr lIns="90000" rIns="90000" tIns="46800" bIns="46800" anchor="ctr">
                      <a:noAutofit/>
                    </a:bodyPr>
                    <a:p>
                      <a:pPr algn="ctr">
                        <a:buNone/>
                      </a:pPr>
                      <a:r>
                        <a:rPr b="0" lang="en-AU" sz="800" spc="-1" strike="noStrike">
                          <a:latin typeface="Arial"/>
                        </a:rPr>
                        <a:t>16</a:t>
                      </a:r>
                      <a:endParaRPr b="0" lang="en-AU" sz="80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dee7e5"/>
                    </a:solidFill>
                  </a:tcPr>
                </a:tc>
              </a:tr>
              <a:tr h="317520">
                <a:tc rowSpan="2">
                  <a:txBody>
                    <a:bodyPr lIns="90000" rIns="90000" tIns="46800" bIns="46800" anchor="ctr">
                      <a:noAutofit/>
                    </a:bodyPr>
                    <a:p>
                      <a:pPr algn="ctr">
                        <a:buNone/>
                      </a:pPr>
                      <a:r>
                        <a:rPr b="0" lang="en-AU" sz="1200" spc="-1" strike="noStrike">
                          <a:latin typeface="Arial"/>
                        </a:rPr>
                        <a:t>INT</a:t>
                      </a:r>
                      <a:endParaRPr b="0" lang="en-AU" sz="120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ff"/>
                    </a:solidFill>
                  </a:tcPr>
                </a:tc>
                <a:tc>
                  <a:txBody>
                    <a:bodyPr lIns="90000" rIns="90000" tIns="46800" bIns="46800" anchor="ctr">
                      <a:noAutofit/>
                    </a:bodyPr>
                    <a:p>
                      <a:pPr algn="ctr">
                        <a:buNone/>
                      </a:pPr>
                      <a:r>
                        <a:rPr b="0" lang="en-AU" sz="1520" spc="-1" strike="noStrike">
                          <a:latin typeface="Arial"/>
                        </a:rPr>
                        <a:t>+1</a:t>
                      </a:r>
                      <a:endParaRPr b="0" lang="en-AU" sz="152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d7"/>
                    </a:solidFill>
                  </a:tcPr>
                </a:tc>
              </a:tr>
              <a:tr h="257400">
                <a:tc vMerge="1">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ff"/>
                    </a:solidFill>
                  </a:tcPr>
                </a:tc>
                <a:tc>
                  <a:txBody>
                    <a:bodyPr lIns="90000" rIns="90000" tIns="46800" bIns="46800" anchor="ctr">
                      <a:noAutofit/>
                    </a:bodyPr>
                    <a:p>
                      <a:pPr algn="ctr">
                        <a:buNone/>
                      </a:pPr>
                      <a:r>
                        <a:rPr b="0" lang="en-AU" sz="800" spc="-1" strike="noStrike">
                          <a:latin typeface="Arial"/>
                        </a:rPr>
                        <a:t>12</a:t>
                      </a:r>
                      <a:endParaRPr b="0" lang="en-AU" sz="80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dee7e5"/>
                    </a:solidFill>
                  </a:tcPr>
                </a:tc>
              </a:tr>
              <a:tr h="317520">
                <a:tc rowSpan="2">
                  <a:txBody>
                    <a:bodyPr lIns="90000" rIns="90000" tIns="46800" bIns="46800" anchor="ctr">
                      <a:noAutofit/>
                    </a:bodyPr>
                    <a:p>
                      <a:pPr algn="ctr">
                        <a:buNone/>
                      </a:pPr>
                      <a:r>
                        <a:rPr b="0" lang="en-AU" sz="1200" spc="-1" strike="noStrike">
                          <a:latin typeface="Arial"/>
                        </a:rPr>
                        <a:t>WIS</a:t>
                      </a:r>
                      <a:endParaRPr b="0" lang="en-AU" sz="120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ff"/>
                    </a:solidFill>
                  </a:tcPr>
                </a:tc>
                <a:tc>
                  <a:txBody>
                    <a:bodyPr lIns="90000" rIns="90000" tIns="46800" bIns="46800" anchor="ctr">
                      <a:noAutofit/>
                    </a:bodyPr>
                    <a:p>
                      <a:pPr algn="ctr">
                        <a:buNone/>
                      </a:pPr>
                      <a:r>
                        <a:rPr b="0" lang="en-AU" sz="1520" spc="-1" strike="noStrike">
                          <a:latin typeface="Arial"/>
                        </a:rPr>
                        <a:t>+3</a:t>
                      </a:r>
                      <a:endParaRPr b="0" lang="en-AU" sz="152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d7"/>
                    </a:solidFill>
                  </a:tcPr>
                </a:tc>
              </a:tr>
              <a:tr h="257400">
                <a:tc vMerge="1">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ff"/>
                    </a:solidFill>
                  </a:tcPr>
                </a:tc>
                <a:tc>
                  <a:txBody>
                    <a:bodyPr lIns="90000" rIns="90000" tIns="46800" bIns="46800" anchor="ctr">
                      <a:noAutofit/>
                    </a:bodyPr>
                    <a:p>
                      <a:pPr algn="ctr">
                        <a:buNone/>
                      </a:pPr>
                      <a:r>
                        <a:rPr b="0" lang="en-AU" sz="800" spc="-1" strike="noStrike">
                          <a:latin typeface="Arial"/>
                        </a:rPr>
                        <a:t>16</a:t>
                      </a:r>
                      <a:endParaRPr b="0" lang="en-AU" sz="80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dee7e5"/>
                    </a:solidFill>
                  </a:tcPr>
                </a:tc>
              </a:tr>
              <a:tr h="317520">
                <a:tc rowSpan="2">
                  <a:txBody>
                    <a:bodyPr lIns="90000" rIns="90000" tIns="46800" bIns="46800" anchor="ctr">
                      <a:noAutofit/>
                    </a:bodyPr>
                    <a:p>
                      <a:pPr algn="ctr">
                        <a:buNone/>
                      </a:pPr>
                      <a:r>
                        <a:rPr b="0" lang="en-AU" sz="1200" spc="-1" strike="noStrike">
                          <a:latin typeface="Arial"/>
                        </a:rPr>
                        <a:t>CHA</a:t>
                      </a:r>
                      <a:endParaRPr b="0" lang="en-AU" sz="120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ff"/>
                    </a:solidFill>
                  </a:tcPr>
                </a:tc>
                <a:tc>
                  <a:txBody>
                    <a:bodyPr lIns="90000" rIns="90000" tIns="46800" bIns="46800" anchor="ctr">
                      <a:noAutofit/>
                    </a:bodyPr>
                    <a:p>
                      <a:pPr algn="ctr">
                        <a:buNone/>
                      </a:pPr>
                      <a:r>
                        <a:rPr b="0" lang="en-AU" sz="1520" spc="-1" strike="noStrike">
                          <a:latin typeface="Arial"/>
                        </a:rPr>
                        <a:t>-1</a:t>
                      </a:r>
                      <a:endParaRPr b="0" lang="en-AU" sz="152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d7"/>
                    </a:solidFill>
                  </a:tcPr>
                </a:tc>
              </a:tr>
              <a:tr h="264240">
                <a:tc vMerge="1">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ffffff"/>
                    </a:solidFill>
                  </a:tcPr>
                </a:tc>
                <a:tc>
                  <a:txBody>
                    <a:bodyPr lIns="90000" rIns="90000" tIns="46800" bIns="46800" anchor="ctr">
                      <a:noAutofit/>
                    </a:bodyPr>
                    <a:p>
                      <a:pPr algn="ctr">
                        <a:buNone/>
                      </a:pPr>
                      <a:r>
                        <a:rPr b="0" lang="en-AU" sz="800" spc="-1" strike="noStrike">
                          <a:latin typeface="Arial"/>
                        </a:rPr>
                        <a:t>8</a:t>
                      </a:r>
                      <a:endParaRPr b="0" lang="en-AU" sz="800" spc="-1" strike="noStrike">
                        <a:latin typeface="Arial"/>
                      </a:endParaRPr>
                    </a:p>
                  </a:txBody>
                  <a:tcPr anchor="ctr" marL="90000" marR="90000">
                    <a:lnL w="720">
                      <a:solidFill>
                        <a:srgbClr val="000000"/>
                      </a:solidFill>
                    </a:lnL>
                    <a:lnR w="720">
                      <a:solidFill>
                        <a:srgbClr val="000000"/>
                      </a:solidFill>
                    </a:lnR>
                    <a:lnT w="720">
                      <a:solidFill>
                        <a:srgbClr val="000000"/>
                      </a:solidFill>
                    </a:lnT>
                    <a:lnB w="720">
                      <a:solidFill>
                        <a:srgbClr val="000000"/>
                      </a:solidFill>
                    </a:lnB>
                    <a:solidFill>
                      <a:srgbClr val="dee7e5"/>
                    </a:solidFill>
                  </a:tcPr>
                </a:tc>
              </a:tr>
            </a:tbl>
          </a:graphicData>
        </a:graphic>
      </p:graphicFrame>
      <p:sp>
        <p:nvSpPr>
          <p:cNvPr id="49" name=""/>
          <p:cNvSpPr txBox="1"/>
          <p:nvPr/>
        </p:nvSpPr>
        <p:spPr>
          <a:xfrm>
            <a:off x="1471320" y="3441240"/>
            <a:ext cx="185400" cy="451080"/>
          </a:xfrm>
          <a:prstGeom prst="rect">
            <a:avLst/>
          </a:prstGeom>
          <a:noFill/>
          <a:ln w="0">
            <a:noFill/>
          </a:ln>
        </p:spPr>
      </p:sp>
      <p:graphicFrame>
        <p:nvGraphicFramePr>
          <p:cNvPr id="50" name=""/>
          <p:cNvGraphicFramePr/>
          <p:nvPr/>
        </p:nvGraphicFramePr>
        <p:xfrm>
          <a:off x="1202760" y="557640"/>
          <a:ext cx="1855080" cy="6085080"/>
        </p:xfrm>
        <a:graphic>
          <a:graphicData uri="http://schemas.openxmlformats.org/drawingml/2006/table">
            <a:tbl>
              <a:tblPr/>
              <a:tblGrid>
                <a:gridCol w="1478160"/>
                <a:gridCol w="377280"/>
              </a:tblGrid>
              <a:tr h="306360">
                <a:tc gridSpan="2">
                  <a:txBody>
                    <a:bodyPr lIns="90000" rIns="90000" tIns="46800" bIns="46800" anchor="t">
                      <a:noAutofit/>
                    </a:bodyPr>
                    <a:p>
                      <a:r>
                        <a:rPr b="0" lang="en-AU" sz="1100" spc="-1" strike="noStrike">
                          <a:latin typeface="Arial"/>
                        </a:rPr>
                        <a:t>Skills;</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hMerge="1">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17880">
                <a:tc>
                  <a:txBody>
                    <a:bodyPr lIns="90000" rIns="90000" tIns="46800" bIns="46800" anchor="t">
                      <a:noAutofit/>
                    </a:bodyPr>
                    <a:p>
                      <a:r>
                        <a:rPr b="0" lang="en-AU" sz="1100" spc="-1" strike="noStrike">
                          <a:latin typeface="Arial"/>
                        </a:rPr>
                        <a:t>Acrobatics [dex]</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chor="ctr">
                      <a:noAutofit/>
                    </a:bodyPr>
                    <a:p>
                      <a:pPr algn="ctr">
                        <a:buNone/>
                      </a:pPr>
                      <a:r>
                        <a:rPr b="0" lang="en-AU" sz="1100" spc="-1" strike="noStrike">
                          <a:latin typeface="Arial"/>
                        </a:rPr>
                        <a:t>+0</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408600">
                <a:tc>
                  <a:txBody>
                    <a:bodyPr lIns="90000" rIns="90000" tIns="46800" bIns="46800" anchor="t">
                      <a:noAutofit/>
                    </a:bodyPr>
                    <a:p>
                      <a:r>
                        <a:rPr b="0" lang="en-AU" sz="1100" spc="-1" strike="noStrike">
                          <a:latin typeface="Arial"/>
                        </a:rPr>
                        <a:t>Animal handling [wis]</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chor="ctr">
                      <a:noAutofit/>
                    </a:bodyPr>
                    <a:p>
                      <a:pPr algn="ctr">
                        <a:buNone/>
                      </a:pPr>
                      <a:r>
                        <a:rPr b="0" lang="en-AU" sz="1100" spc="-1" strike="noStrike">
                          <a:latin typeface="Arial"/>
                        </a:rPr>
                        <a:t>+3</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17880">
                <a:tc>
                  <a:txBody>
                    <a:bodyPr lIns="90000" rIns="90000" tIns="46800" bIns="46800" anchor="t">
                      <a:noAutofit/>
                    </a:bodyPr>
                    <a:p>
                      <a:r>
                        <a:rPr b="0" lang="en-AU" sz="1100" spc="-1" strike="noStrike">
                          <a:latin typeface="Arial"/>
                        </a:rPr>
                        <a:t>Arcana [int]</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chor="ctr">
                      <a:noAutofit/>
                    </a:bodyPr>
                    <a:p>
                      <a:pPr algn="ctr">
                        <a:buNone/>
                      </a:pPr>
                      <a:r>
                        <a:rPr b="0" lang="en-AU" sz="1100" spc="-1" strike="noStrike">
                          <a:latin typeface="Arial"/>
                        </a:rPr>
                        <a:t>+1</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17880">
                <a:tc>
                  <a:txBody>
                    <a:bodyPr lIns="90000" rIns="90000" tIns="46800" bIns="46800" anchor="t">
                      <a:noAutofit/>
                    </a:bodyPr>
                    <a:p>
                      <a:r>
                        <a:rPr b="0" lang="en-AU" sz="1100" spc="-1" strike="noStrike">
                          <a:latin typeface="Arial"/>
                        </a:rPr>
                        <a:t>Athletics [str]</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chor="ctr">
                      <a:noAutofit/>
                    </a:bodyPr>
                    <a:p>
                      <a:pPr algn="ctr">
                        <a:buNone/>
                      </a:pPr>
                      <a:r>
                        <a:rPr b="0" lang="en-AU" sz="1100" spc="-1" strike="noStrike">
                          <a:latin typeface="Arial"/>
                        </a:rPr>
                        <a:t>+1</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17880">
                <a:tc>
                  <a:txBody>
                    <a:bodyPr lIns="90000" rIns="90000" tIns="46800" bIns="46800" anchor="t">
                      <a:noAutofit/>
                    </a:bodyPr>
                    <a:p>
                      <a:r>
                        <a:rPr b="0" lang="en-AU" sz="1100" spc="-1" strike="noStrike">
                          <a:latin typeface="Arial"/>
                        </a:rPr>
                        <a:t>Deception  [cha]</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chor="ctr">
                      <a:noAutofit/>
                    </a:bodyPr>
                    <a:p>
                      <a:pPr algn="ctr">
                        <a:buNone/>
                      </a:pPr>
                      <a:r>
                        <a:rPr b="0" lang="en-AU" sz="1100" spc="-1" strike="noStrike">
                          <a:latin typeface="Arial"/>
                        </a:rPr>
                        <a:t>-1</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17880">
                <a:tc>
                  <a:txBody>
                    <a:bodyPr lIns="90000" rIns="90000" tIns="46800" bIns="46800" anchor="t">
                      <a:noAutofit/>
                    </a:bodyPr>
                    <a:p>
                      <a:r>
                        <a:rPr b="0" lang="en-AU" sz="1100" spc="-1" strike="noStrike">
                          <a:latin typeface="Arial"/>
                        </a:rPr>
                        <a:t>History [int]</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chor="ctr">
                      <a:noAutofit/>
                    </a:bodyPr>
                    <a:p>
                      <a:pPr algn="ctr">
                        <a:buNone/>
                      </a:pPr>
                      <a:r>
                        <a:rPr b="0" lang="en-AU" sz="1100" spc="-1" strike="noStrike">
                          <a:latin typeface="Arial"/>
                        </a:rPr>
                        <a:t>+3</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17880">
                <a:tc>
                  <a:txBody>
                    <a:bodyPr lIns="90000" rIns="90000" tIns="46800" bIns="46800" anchor="t">
                      <a:noAutofit/>
                    </a:bodyPr>
                    <a:p>
                      <a:r>
                        <a:rPr b="0" lang="en-AU" sz="1100" spc="-1" strike="noStrike">
                          <a:latin typeface="Arial"/>
                        </a:rPr>
                        <a:t>Insight [wis]</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chor="ctr">
                      <a:noAutofit/>
                    </a:bodyPr>
                    <a:p>
                      <a:pPr algn="ctr">
                        <a:buNone/>
                      </a:pPr>
                      <a:r>
                        <a:rPr b="0" lang="en-AU" sz="1100" spc="-1" strike="noStrike">
                          <a:latin typeface="Arial"/>
                        </a:rPr>
                        <a:t>+5</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17880">
                <a:tc>
                  <a:txBody>
                    <a:bodyPr lIns="90000" rIns="90000" tIns="46800" bIns="46800" anchor="t">
                      <a:noAutofit/>
                    </a:bodyPr>
                    <a:p>
                      <a:r>
                        <a:rPr b="0" lang="en-AU" sz="1100" spc="-1" strike="noStrike">
                          <a:latin typeface="Arial"/>
                        </a:rPr>
                        <a:t>Intimidate [cha]</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chor="ctr">
                      <a:noAutofit/>
                    </a:bodyPr>
                    <a:p>
                      <a:pPr algn="ctr">
                        <a:buNone/>
                      </a:pPr>
                      <a:r>
                        <a:rPr b="0" lang="en-AU" sz="1100" spc="-1" strike="noStrike">
                          <a:latin typeface="Arial"/>
                        </a:rPr>
                        <a:t>-1</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17880">
                <a:tc>
                  <a:txBody>
                    <a:bodyPr lIns="90000" rIns="90000" tIns="46800" bIns="46800" anchor="t">
                      <a:noAutofit/>
                    </a:bodyPr>
                    <a:p>
                      <a:r>
                        <a:rPr b="0" lang="en-AU" sz="1100" spc="-1" strike="noStrike">
                          <a:latin typeface="Arial"/>
                        </a:rPr>
                        <a:t>Investigation [int]</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chor="ctr">
                      <a:noAutofit/>
                    </a:bodyPr>
                    <a:p>
                      <a:pPr algn="ctr">
                        <a:buNone/>
                      </a:pPr>
                      <a:r>
                        <a:rPr b="0" lang="en-AU" sz="1100" spc="-1" strike="noStrike">
                          <a:latin typeface="Arial"/>
                        </a:rPr>
                        <a:t>+1</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17880">
                <a:tc>
                  <a:txBody>
                    <a:bodyPr lIns="90000" rIns="90000" tIns="46800" bIns="46800" anchor="t">
                      <a:noAutofit/>
                    </a:bodyPr>
                    <a:p>
                      <a:r>
                        <a:rPr b="0" lang="en-AU" sz="1100" spc="-1" strike="noStrike">
                          <a:latin typeface="Arial"/>
                        </a:rPr>
                        <a:t>Medicine [wis]</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chor="ctr">
                      <a:noAutofit/>
                    </a:bodyPr>
                    <a:p>
                      <a:pPr algn="ctr">
                        <a:buNone/>
                      </a:pPr>
                      <a:r>
                        <a:rPr b="0" lang="en-AU" sz="1100" spc="-1" strike="noStrike">
                          <a:latin typeface="Arial"/>
                        </a:rPr>
                        <a:t>+3</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17880">
                <a:tc>
                  <a:txBody>
                    <a:bodyPr lIns="90000" rIns="90000" tIns="46800" bIns="46800" anchor="t">
                      <a:noAutofit/>
                    </a:bodyPr>
                    <a:p>
                      <a:r>
                        <a:rPr b="0" lang="en-AU" sz="1100" spc="-1" strike="noStrike">
                          <a:latin typeface="Arial"/>
                        </a:rPr>
                        <a:t>Nature [int]</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chor="ctr">
                      <a:noAutofit/>
                    </a:bodyPr>
                    <a:p>
                      <a:pPr algn="ctr">
                        <a:buNone/>
                      </a:pPr>
                      <a:r>
                        <a:rPr b="0" lang="en-AU" sz="1100" spc="-1" strike="noStrike">
                          <a:latin typeface="Arial"/>
                        </a:rPr>
                        <a:t>+1</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17880">
                <a:tc>
                  <a:txBody>
                    <a:bodyPr lIns="90000" rIns="90000" tIns="46800" bIns="46800" anchor="t">
                      <a:noAutofit/>
                    </a:bodyPr>
                    <a:p>
                      <a:r>
                        <a:rPr b="0" lang="en-AU" sz="1100" spc="-1" strike="noStrike">
                          <a:latin typeface="Arial"/>
                        </a:rPr>
                        <a:t>Perception [wis]</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chor="ctr">
                      <a:noAutofit/>
                    </a:bodyPr>
                    <a:p>
                      <a:pPr algn="ctr">
                        <a:buNone/>
                      </a:pPr>
                      <a:r>
                        <a:rPr b="0" lang="en-AU" sz="1100" spc="-1" strike="noStrike">
                          <a:latin typeface="Arial"/>
                        </a:rPr>
                        <a:t>+3</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17880">
                <a:tc>
                  <a:txBody>
                    <a:bodyPr lIns="90000" rIns="90000" tIns="46800" bIns="46800" anchor="t">
                      <a:noAutofit/>
                    </a:bodyPr>
                    <a:p>
                      <a:r>
                        <a:rPr b="0" lang="en-AU" sz="1100" spc="-1" strike="noStrike">
                          <a:latin typeface="Arial"/>
                        </a:rPr>
                        <a:t>Performance [cha]</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chor="ctr">
                      <a:noAutofit/>
                    </a:bodyPr>
                    <a:p>
                      <a:pPr algn="ctr">
                        <a:buNone/>
                      </a:pPr>
                      <a:r>
                        <a:rPr b="0" lang="en-AU" sz="1100" spc="-1" strike="noStrike">
                          <a:latin typeface="Arial"/>
                        </a:rPr>
                        <a:t>-1</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17880">
                <a:tc>
                  <a:txBody>
                    <a:bodyPr lIns="90000" rIns="90000" tIns="46800" bIns="46800" anchor="t">
                      <a:noAutofit/>
                    </a:bodyPr>
                    <a:p>
                      <a:r>
                        <a:rPr b="0" lang="en-AU" sz="1100" spc="-1" strike="noStrike">
                          <a:latin typeface="Arial"/>
                        </a:rPr>
                        <a:t>Persuasion [cha]</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chor="ctr">
                      <a:noAutofit/>
                    </a:bodyPr>
                    <a:p>
                      <a:pPr algn="ctr">
                        <a:buNone/>
                      </a:pPr>
                      <a:r>
                        <a:rPr b="0" lang="en-AU" sz="1100" spc="-1" strike="noStrike">
                          <a:latin typeface="Arial"/>
                        </a:rPr>
                        <a:t>+1</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17880">
                <a:tc>
                  <a:txBody>
                    <a:bodyPr lIns="90000" rIns="90000" tIns="46800" bIns="46800" anchor="t">
                      <a:noAutofit/>
                    </a:bodyPr>
                    <a:p>
                      <a:r>
                        <a:rPr b="0" lang="en-AU" sz="1100" spc="-1" strike="noStrike">
                          <a:latin typeface="Arial"/>
                        </a:rPr>
                        <a:t>Religion [int]</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chor="ctr">
                      <a:noAutofit/>
                    </a:bodyPr>
                    <a:p>
                      <a:pPr algn="ctr">
                        <a:buNone/>
                      </a:pPr>
                      <a:r>
                        <a:rPr b="0" lang="en-AU" sz="1100" spc="-1" strike="noStrike">
                          <a:latin typeface="Arial"/>
                        </a:rPr>
                        <a:t>+3</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17880">
                <a:tc>
                  <a:txBody>
                    <a:bodyPr lIns="90000" rIns="90000" tIns="46800" bIns="46800" anchor="t">
                      <a:noAutofit/>
                    </a:bodyPr>
                    <a:p>
                      <a:r>
                        <a:rPr b="0" lang="en-AU" sz="1100" spc="-1" strike="noStrike">
                          <a:latin typeface="Arial"/>
                        </a:rPr>
                        <a:t>Sleight of hand [dex]</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chor="ctr">
                      <a:noAutofit/>
                    </a:bodyPr>
                    <a:p>
                      <a:pPr algn="ctr">
                        <a:buNone/>
                      </a:pPr>
                      <a:r>
                        <a:rPr b="0" lang="en-AU" sz="1100" spc="-1" strike="noStrike">
                          <a:latin typeface="Arial"/>
                        </a:rPr>
                        <a:t>+0</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317880">
                <a:tc>
                  <a:txBody>
                    <a:bodyPr lIns="90000" rIns="90000" tIns="46800" bIns="46800" anchor="t">
                      <a:noAutofit/>
                    </a:bodyPr>
                    <a:p>
                      <a:r>
                        <a:rPr b="0" lang="en-AU" sz="1100" spc="-1" strike="noStrike">
                          <a:latin typeface="Arial"/>
                        </a:rPr>
                        <a:t>Stealth [dex]</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chor="ctr">
                      <a:noAutofit/>
                    </a:bodyPr>
                    <a:p>
                      <a:pPr algn="ctr">
                        <a:buNone/>
                      </a:pPr>
                      <a:r>
                        <a:rPr b="0" lang="en-AU" sz="1100" spc="-1" strike="noStrike">
                          <a:latin typeface="Arial"/>
                        </a:rPr>
                        <a:t>+0</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84400">
                <a:tc>
                  <a:txBody>
                    <a:bodyPr lIns="90000" rIns="90000" tIns="46800" bIns="46800" anchor="t">
                      <a:noAutofit/>
                    </a:bodyPr>
                    <a:p>
                      <a:r>
                        <a:rPr b="0" lang="en-AU" sz="1100" spc="-1" strike="noStrike">
                          <a:latin typeface="Arial"/>
                        </a:rPr>
                        <a:t>Survival [wis]</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chor="ctr">
                      <a:noAutofit/>
                    </a:bodyPr>
                    <a:p>
                      <a:pPr algn="ctr">
                        <a:buNone/>
                      </a:pPr>
                      <a:r>
                        <a:rPr b="0" lang="en-AU" sz="1100" spc="-1" strike="noStrike">
                          <a:latin typeface="Arial"/>
                        </a:rPr>
                        <a:t>+3</a:t>
                      </a:r>
                      <a:endParaRPr b="0" lang="en-AU" sz="11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graphicFrame>
        <p:nvGraphicFramePr>
          <p:cNvPr id="51" name=""/>
          <p:cNvGraphicFramePr/>
          <p:nvPr/>
        </p:nvGraphicFramePr>
        <p:xfrm>
          <a:off x="1220760" y="175680"/>
          <a:ext cx="1713960" cy="255240"/>
        </p:xfrm>
        <a:graphic>
          <a:graphicData uri="http://schemas.openxmlformats.org/drawingml/2006/table">
            <a:tbl>
              <a:tblPr/>
              <a:tblGrid>
                <a:gridCol w="1339920"/>
                <a:gridCol w="374400"/>
              </a:tblGrid>
              <a:tr h="255600">
                <a:tc>
                  <a:txBody>
                    <a:bodyPr lIns="90000" rIns="90000" tIns="46800" bIns="46800" anchor="t">
                      <a:noAutofit/>
                    </a:bodyPr>
                    <a:p>
                      <a:r>
                        <a:rPr b="0" lang="en-AU" sz="1100" spc="-1" strike="noStrike">
                          <a:latin typeface="Arial"/>
                        </a:rPr>
                        <a:t>Proficiency Bonus</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tIns="46800" bIns="46800" anchor="t">
                      <a:noAutofit/>
                    </a:bodyPr>
                    <a:p>
                      <a:r>
                        <a:rPr b="0" lang="en-AU" sz="1100" spc="-1" strike="noStrike">
                          <a:latin typeface="Arial"/>
                        </a:rPr>
                        <a:t>+2</a:t>
                      </a:r>
                      <a:endParaRPr b="0" lang="en-AU" sz="11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graphicFrame>
        <p:nvGraphicFramePr>
          <p:cNvPr id="52" name=""/>
          <p:cNvGraphicFramePr/>
          <p:nvPr/>
        </p:nvGraphicFramePr>
        <p:xfrm>
          <a:off x="190440" y="3649680"/>
          <a:ext cx="997920" cy="2085120"/>
        </p:xfrm>
        <a:graphic>
          <a:graphicData uri="http://schemas.openxmlformats.org/drawingml/2006/table">
            <a:tbl>
              <a:tblPr/>
              <a:tblGrid>
                <a:gridCol w="474120"/>
                <a:gridCol w="524160"/>
              </a:tblGrid>
              <a:tr h="445680">
                <a:tc gridSpan="2">
                  <a:txBody>
                    <a:bodyPr lIns="90000" rIns="90000" tIns="46800" bIns="46800" anchor="t">
                      <a:noAutofit/>
                    </a:bodyPr>
                    <a:p>
                      <a:r>
                        <a:rPr b="0" lang="en-AU" sz="1200" spc="-1" strike="noStrike">
                          <a:latin typeface="Arial"/>
                        </a:rPr>
                        <a:t>Saving throws;</a:t>
                      </a:r>
                      <a:endParaRPr b="0" lang="en-AU" sz="12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hMerge="1">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272520">
                <a:tc>
                  <a:txBody>
                    <a:bodyPr lIns="90000" rIns="90000" tIns="46800" bIns="46800" anchor="t">
                      <a:noAutofit/>
                    </a:bodyPr>
                    <a:p>
                      <a:r>
                        <a:rPr b="0" lang="en-AU" sz="1200" spc="-1" strike="noStrike">
                          <a:latin typeface="Arial"/>
                        </a:rPr>
                        <a:t>Str</a:t>
                      </a:r>
                      <a:endParaRPr b="0" lang="en-AU" sz="12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chor="ctr">
                      <a:noAutofit/>
                    </a:bodyPr>
                    <a:p>
                      <a:pPr algn="ctr">
                        <a:buNone/>
                      </a:pPr>
                      <a:r>
                        <a:rPr b="0" lang="en-AU" sz="1200" spc="-1" strike="noStrike">
                          <a:latin typeface="Arial"/>
                        </a:rPr>
                        <a:t>+1</a:t>
                      </a:r>
                      <a:endParaRPr b="0" lang="en-AU" sz="12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76480">
                <a:tc>
                  <a:txBody>
                    <a:bodyPr lIns="90000" rIns="90000" tIns="46800" bIns="46800" anchor="t">
                      <a:noAutofit/>
                    </a:bodyPr>
                    <a:p>
                      <a:r>
                        <a:rPr b="0" lang="en-AU" sz="1200" spc="-1" strike="noStrike">
                          <a:latin typeface="Arial"/>
                        </a:rPr>
                        <a:t>Dex</a:t>
                      </a:r>
                      <a:endParaRPr b="0" lang="en-AU" sz="12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chor="ctr">
                      <a:noAutofit/>
                    </a:bodyPr>
                    <a:p>
                      <a:pPr algn="ctr">
                        <a:buNone/>
                      </a:pPr>
                      <a:r>
                        <a:rPr b="0" lang="en-AU" sz="1200" spc="-1" strike="noStrike">
                          <a:latin typeface="Arial"/>
                        </a:rPr>
                        <a:t>+0</a:t>
                      </a:r>
                      <a:endParaRPr b="0" lang="en-AU" sz="12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270720">
                <a:tc>
                  <a:txBody>
                    <a:bodyPr lIns="90000" rIns="90000" tIns="46800" bIns="46800" anchor="t">
                      <a:noAutofit/>
                    </a:bodyPr>
                    <a:p>
                      <a:r>
                        <a:rPr b="0" lang="en-AU" sz="1200" spc="-1" strike="noStrike">
                          <a:latin typeface="Arial"/>
                        </a:rPr>
                        <a:t>Con</a:t>
                      </a:r>
                      <a:endParaRPr b="0" lang="en-AU" sz="12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chor="ctr">
                      <a:noAutofit/>
                    </a:bodyPr>
                    <a:p>
                      <a:pPr algn="ctr">
                        <a:buNone/>
                      </a:pPr>
                      <a:r>
                        <a:rPr b="0" lang="en-AU" sz="1200" spc="-1" strike="noStrike">
                          <a:latin typeface="Arial"/>
                        </a:rPr>
                        <a:t>+3</a:t>
                      </a:r>
                      <a:endParaRPr b="0" lang="en-AU" sz="12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70720">
                <a:tc>
                  <a:txBody>
                    <a:bodyPr lIns="90000" rIns="90000" tIns="46800" bIns="46800" anchor="t">
                      <a:noAutofit/>
                    </a:bodyPr>
                    <a:p>
                      <a:r>
                        <a:rPr b="0" lang="en-AU" sz="1200" spc="-1" strike="noStrike">
                          <a:latin typeface="Arial"/>
                        </a:rPr>
                        <a:t>Int</a:t>
                      </a:r>
                      <a:endParaRPr b="0" lang="en-AU" sz="12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chor="ctr">
                      <a:noAutofit/>
                    </a:bodyPr>
                    <a:p>
                      <a:pPr algn="ctr">
                        <a:buNone/>
                      </a:pPr>
                      <a:r>
                        <a:rPr b="0" lang="en-AU" sz="1200" spc="-1" strike="noStrike">
                          <a:latin typeface="Arial"/>
                        </a:rPr>
                        <a:t>+1</a:t>
                      </a:r>
                      <a:endParaRPr b="0" lang="en-AU" sz="12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275400">
                <a:tc>
                  <a:txBody>
                    <a:bodyPr lIns="90000" rIns="90000" tIns="46800" bIns="46800" anchor="t">
                      <a:noAutofit/>
                    </a:bodyPr>
                    <a:p>
                      <a:r>
                        <a:rPr b="0" lang="en-AU" sz="1200" spc="-1" strike="noStrike">
                          <a:latin typeface="Arial"/>
                        </a:rPr>
                        <a:t>Wis</a:t>
                      </a:r>
                      <a:endParaRPr b="0" lang="en-AU" sz="12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chor="ctr">
                      <a:noAutofit/>
                    </a:bodyPr>
                    <a:p>
                      <a:pPr algn="ctr">
                        <a:buNone/>
                      </a:pPr>
                      <a:r>
                        <a:rPr b="0" lang="en-AU" sz="1200" spc="-1" strike="noStrike">
                          <a:latin typeface="Arial"/>
                        </a:rPr>
                        <a:t>+5</a:t>
                      </a:r>
                      <a:endParaRPr b="0" lang="en-AU" sz="12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73960">
                <a:tc>
                  <a:txBody>
                    <a:bodyPr lIns="90000" rIns="90000" tIns="46800" bIns="46800" anchor="t">
                      <a:noAutofit/>
                    </a:bodyPr>
                    <a:p>
                      <a:r>
                        <a:rPr b="0" lang="en-AU" sz="1200" spc="-1" strike="noStrike">
                          <a:latin typeface="Arial"/>
                        </a:rPr>
                        <a:t>Cha</a:t>
                      </a:r>
                      <a:endParaRPr b="0" lang="en-AU" sz="1200" spc="-1" strike="noStrike">
                        <a:latin typeface="Arial"/>
                      </a:endParaRPr>
                    </a:p>
                  </a:txBody>
                  <a:tcPr anchor="t"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tIns="46800" bIns="46800" anchor="ctr">
                      <a:noAutofit/>
                    </a:bodyPr>
                    <a:p>
                      <a:pPr algn="ctr">
                        <a:buNone/>
                      </a:pPr>
                      <a:r>
                        <a:rPr b="0" lang="en-AU" sz="1200" spc="-1" strike="noStrike">
                          <a:latin typeface="Arial"/>
                        </a:rPr>
                        <a:t>+2</a:t>
                      </a:r>
                      <a:endParaRPr b="0" lang="en-AU" sz="12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graphicFrame>
        <p:nvGraphicFramePr>
          <p:cNvPr id="53" name=""/>
          <p:cNvGraphicFramePr/>
          <p:nvPr/>
        </p:nvGraphicFramePr>
        <p:xfrm>
          <a:off x="3769560" y="220320"/>
          <a:ext cx="1005480" cy="736920"/>
        </p:xfrm>
        <a:graphic>
          <a:graphicData uri="http://schemas.openxmlformats.org/drawingml/2006/table">
            <a:tbl>
              <a:tblPr/>
              <a:tblGrid>
                <a:gridCol w="1005840"/>
              </a:tblGrid>
              <a:tr h="368640">
                <a:tc>
                  <a:txBody>
                    <a:bodyPr lIns="90000" rIns="90000" tIns="46800" bIns="46800" anchor="ctr">
                      <a:noAutofit/>
                    </a:bodyPr>
                    <a:p>
                      <a:pPr algn="ctr">
                        <a:buNone/>
                      </a:pPr>
                      <a:r>
                        <a:rPr b="0" lang="en-AU" sz="1840" spc="-1" strike="noStrike">
                          <a:latin typeface="Arial"/>
                        </a:rPr>
                        <a:t>Speed</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68640">
                <a:tc>
                  <a:txBody>
                    <a:bodyPr lIns="90000" rIns="90000" tIns="46800" bIns="46800" anchor="ctr">
                      <a:noAutofit/>
                    </a:bodyPr>
                    <a:p>
                      <a:pPr algn="ctr">
                        <a:buNone/>
                      </a:pPr>
                      <a:r>
                        <a:rPr b="0" lang="en-AU" sz="1840" spc="-1" strike="noStrike">
                          <a:latin typeface="Arial"/>
                        </a:rPr>
                        <a:t>25</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graphicFrame>
        <p:nvGraphicFramePr>
          <p:cNvPr id="54" name=""/>
          <p:cNvGraphicFramePr/>
          <p:nvPr/>
        </p:nvGraphicFramePr>
        <p:xfrm>
          <a:off x="3229200" y="1060560"/>
          <a:ext cx="1073520" cy="916560"/>
        </p:xfrm>
        <a:graphic>
          <a:graphicData uri="http://schemas.openxmlformats.org/drawingml/2006/table">
            <a:tbl>
              <a:tblPr/>
              <a:tblGrid>
                <a:gridCol w="1073880"/>
              </a:tblGrid>
              <a:tr h="406800">
                <a:tc>
                  <a:txBody>
                    <a:bodyPr lIns="90000" rIns="90000" tIns="46800" bIns="46800" anchor="ctr">
                      <a:noAutofit/>
                    </a:bodyPr>
                    <a:p>
                      <a:pPr algn="ctr">
                        <a:buNone/>
                      </a:pPr>
                      <a:r>
                        <a:rPr b="0" lang="en-AU" sz="1840" spc="-1" strike="noStrike">
                          <a:latin typeface="Arial"/>
                        </a:rPr>
                        <a:t>Initiative</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510120">
                <a:tc>
                  <a:txBody>
                    <a:bodyPr lIns="90000" rIns="90000" tIns="46800" bIns="46800" anchor="ctr">
                      <a:noAutofit/>
                    </a:bodyPr>
                    <a:p>
                      <a:pPr algn="ctr">
                        <a:buNone/>
                      </a:pPr>
                      <a:r>
                        <a:rPr b="0" lang="en-AU" sz="1840" spc="-1" strike="noStrike">
                          <a:latin typeface="Arial"/>
                        </a:rPr>
                        <a:t>+0</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graphicFrame>
        <p:nvGraphicFramePr>
          <p:cNvPr id="55" name=""/>
          <p:cNvGraphicFramePr/>
          <p:nvPr/>
        </p:nvGraphicFramePr>
        <p:xfrm>
          <a:off x="3225600" y="214200"/>
          <a:ext cx="538920" cy="750240"/>
        </p:xfrm>
        <a:graphic>
          <a:graphicData uri="http://schemas.openxmlformats.org/drawingml/2006/table">
            <a:tbl>
              <a:tblPr/>
              <a:tblGrid>
                <a:gridCol w="539280"/>
              </a:tblGrid>
              <a:tr h="392040">
                <a:tc>
                  <a:txBody>
                    <a:bodyPr lIns="90000" rIns="90000" tIns="46800" bIns="46800" anchor="ctr">
                      <a:noAutofit/>
                    </a:bodyPr>
                    <a:p>
                      <a:pPr algn="ctr">
                        <a:buNone/>
                      </a:pPr>
                      <a:r>
                        <a:rPr b="0" lang="en-AU" sz="1840" spc="-1" strike="noStrike">
                          <a:latin typeface="Arial"/>
                        </a:rPr>
                        <a:t>AC</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58560">
                <a:tc>
                  <a:txBody>
                    <a:bodyPr lIns="90000" rIns="90000" tIns="46800" bIns="46800" anchor="ctr">
                      <a:noAutofit/>
                    </a:bodyPr>
                    <a:p>
                      <a:pPr algn="ctr">
                        <a:buNone/>
                      </a:pPr>
                      <a:r>
                        <a:rPr b="0" lang="en-AU" sz="1840" spc="-1" strike="noStrike">
                          <a:latin typeface="Arial"/>
                        </a:rPr>
                        <a:t>16</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graphicFrame>
        <p:nvGraphicFramePr>
          <p:cNvPr id="56" name=""/>
          <p:cNvGraphicFramePr/>
          <p:nvPr/>
        </p:nvGraphicFramePr>
        <p:xfrm>
          <a:off x="3182400" y="2022840"/>
          <a:ext cx="1108440" cy="1239840"/>
        </p:xfrm>
        <a:graphic>
          <a:graphicData uri="http://schemas.openxmlformats.org/drawingml/2006/table">
            <a:tbl>
              <a:tblPr/>
              <a:tblGrid>
                <a:gridCol w="573840"/>
                <a:gridCol w="534960"/>
              </a:tblGrid>
              <a:tr h="501840">
                <a:tc gridSpan="2">
                  <a:txBody>
                    <a:bodyPr lIns="90000" rIns="90000" tIns="46800" bIns="46800" anchor="ctr">
                      <a:noAutofit/>
                    </a:bodyPr>
                    <a:p>
                      <a:pPr algn="ctr">
                        <a:buNone/>
                      </a:pPr>
                      <a:r>
                        <a:rPr b="0" lang="en-AU" sz="1840" spc="-1" strike="noStrike">
                          <a:latin typeface="Arial"/>
                        </a:rPr>
                        <a:t>Hit dice</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hMerge="1">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738360">
                <a:tc>
                  <a:txBody>
                    <a:bodyPr lIns="90000" rIns="90000" tIns="46800" bIns="46800" anchor="ctr">
                      <a:noAutofit/>
                    </a:bodyPr>
                    <a:p>
                      <a:pPr algn="ctr">
                        <a:buNone/>
                      </a:pPr>
                      <a:r>
                        <a:rPr b="0" lang="en-AU" sz="1840" spc="-1" strike="noStrike">
                          <a:latin typeface="Arial"/>
                        </a:rPr>
                        <a:t>2</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tIns="46800" bIns="46800" anchor="ctr">
                      <a:noAutofit/>
                    </a:bodyPr>
                    <a:p>
                      <a:pPr algn="ctr">
                        <a:buNone/>
                      </a:pPr>
                      <a:r>
                        <a:rPr b="0" lang="en-AU" sz="1840" spc="-1" strike="noStrike">
                          <a:latin typeface="Arial"/>
                        </a:rPr>
                        <a:t>D8</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graphicFrame>
        <p:nvGraphicFramePr>
          <p:cNvPr id="57" name=""/>
          <p:cNvGraphicFramePr/>
          <p:nvPr/>
        </p:nvGraphicFramePr>
        <p:xfrm>
          <a:off x="4414320" y="969480"/>
          <a:ext cx="3347640" cy="2212560"/>
        </p:xfrm>
        <a:graphic>
          <a:graphicData uri="http://schemas.openxmlformats.org/drawingml/2006/table">
            <a:tbl>
              <a:tblPr/>
              <a:tblGrid>
                <a:gridCol w="1674000"/>
                <a:gridCol w="1674000"/>
              </a:tblGrid>
              <a:tr h="736920">
                <a:tc>
                  <a:txBody>
                    <a:bodyPr lIns="90000" rIns="90000" tIns="46800" bIns="46800" anchor="ctr">
                      <a:noAutofit/>
                    </a:bodyPr>
                    <a:p>
                      <a:pPr algn="ctr">
                        <a:buNone/>
                      </a:pPr>
                      <a:r>
                        <a:rPr b="0" lang="en-AU" sz="1840" spc="-1" strike="noStrike">
                          <a:latin typeface="Arial"/>
                        </a:rPr>
                        <a:t>HP MAX</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tIns="46800" bIns="46800" anchor="ctr">
                      <a:noAutofit/>
                    </a:bodyPr>
                    <a:p>
                      <a:pPr algn="ctr">
                        <a:buNone/>
                      </a:pPr>
                      <a:r>
                        <a:rPr b="0" lang="en-AU" sz="1840" spc="-1" strike="noStrike">
                          <a:latin typeface="Arial"/>
                        </a:rPr>
                        <a:t>21</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737640">
                <a:tc>
                  <a:txBody>
                    <a:bodyPr lIns="90000" rIns="90000" tIns="46800" bIns="46800" anchor="ctr">
                      <a:noAutofit/>
                    </a:bodyPr>
                    <a:p>
                      <a:pPr algn="ctr">
                        <a:buNone/>
                      </a:pPr>
                      <a:r>
                        <a:rPr b="0" lang="en-AU" sz="1840" spc="-1" strike="noStrike">
                          <a:latin typeface="Arial"/>
                        </a:rPr>
                        <a:t>Current HP</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738360">
                <a:tc>
                  <a:txBody>
                    <a:bodyPr lIns="90000" rIns="90000" tIns="46800" bIns="46800" anchor="ctr">
                      <a:noAutofit/>
                    </a:bodyPr>
                    <a:p>
                      <a:pPr algn="ctr">
                        <a:buNone/>
                      </a:pPr>
                      <a:r>
                        <a:rPr b="0" lang="en-AU" sz="1840" spc="-1" strike="noStrike">
                          <a:latin typeface="Arial"/>
                        </a:rPr>
                        <a:t>Temp HP</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graphicFrame>
        <p:nvGraphicFramePr>
          <p:cNvPr id="58" name=""/>
          <p:cNvGraphicFramePr/>
          <p:nvPr/>
        </p:nvGraphicFramePr>
        <p:xfrm>
          <a:off x="3131640" y="3251880"/>
          <a:ext cx="2425320" cy="1139040"/>
        </p:xfrm>
        <a:graphic>
          <a:graphicData uri="http://schemas.openxmlformats.org/drawingml/2006/table">
            <a:tbl>
              <a:tblPr/>
              <a:tblGrid>
                <a:gridCol w="1254960"/>
                <a:gridCol w="374040"/>
                <a:gridCol w="425520"/>
                <a:gridCol w="371160"/>
              </a:tblGrid>
              <a:tr h="411480">
                <a:tc gridSpan="4">
                  <a:txBody>
                    <a:bodyPr lIns="90000" rIns="90000" tIns="46800" bIns="46800" anchor="ctr">
                      <a:noAutofit/>
                    </a:bodyPr>
                    <a:p>
                      <a:r>
                        <a:rPr b="0" lang="en-AU" sz="1200" spc="-1" strike="noStrike">
                          <a:latin typeface="Arial"/>
                        </a:rPr>
                        <a:t>Death saves;</a:t>
                      </a:r>
                      <a:endParaRPr b="0" lang="en-AU" sz="12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hMerge="1">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hMerge="1">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hMerge="1">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362160">
                <a:tc>
                  <a:txBody>
                    <a:bodyPr lIns="90000" rIns="90000" tIns="46800" bIns="46800" anchor="ctr">
                      <a:noAutofit/>
                    </a:bodyPr>
                    <a:p>
                      <a:r>
                        <a:rPr b="0" lang="en-AU" sz="1200" spc="-1" strike="noStrike">
                          <a:latin typeface="Arial"/>
                        </a:rPr>
                        <a:t>Successes</a:t>
                      </a:r>
                      <a:endParaRPr b="0" lang="en-AU" sz="12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365760">
                <a:tc>
                  <a:txBody>
                    <a:bodyPr lIns="90000" rIns="90000" tIns="46800" bIns="46800" anchor="ctr">
                      <a:noAutofit/>
                    </a:bodyPr>
                    <a:p>
                      <a:r>
                        <a:rPr b="0" lang="en-AU" sz="1200" spc="-1" strike="noStrike">
                          <a:latin typeface="Arial"/>
                        </a:rPr>
                        <a:t>Failures</a:t>
                      </a:r>
                      <a:endParaRPr b="0" lang="en-AU" sz="120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graphicFrame>
        <p:nvGraphicFramePr>
          <p:cNvPr id="59" name=""/>
          <p:cNvGraphicFramePr/>
          <p:nvPr/>
        </p:nvGraphicFramePr>
        <p:xfrm>
          <a:off x="3151080" y="4434480"/>
          <a:ext cx="2565720" cy="879840"/>
        </p:xfrm>
        <a:graphic>
          <a:graphicData uri="http://schemas.openxmlformats.org/drawingml/2006/table">
            <a:tbl>
              <a:tblPr/>
              <a:tblGrid>
                <a:gridCol w="1800000"/>
                <a:gridCol w="766080"/>
              </a:tblGrid>
              <a:tr h="879840">
                <a:tc>
                  <a:txBody>
                    <a:bodyPr lIns="90000" rIns="90000" tIns="46800" bIns="46800" anchor="ctr">
                      <a:noAutofit/>
                    </a:bodyPr>
                    <a:p>
                      <a:pPr algn="ctr">
                        <a:buNone/>
                      </a:pPr>
                      <a:r>
                        <a:rPr b="0" lang="en-AU" sz="1840" spc="-1" strike="noStrike">
                          <a:latin typeface="Arial"/>
                        </a:rPr>
                        <a:t>Passive wisdom [Perception]</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tIns="46800" bIns="46800" anchor="ctr">
                      <a:noAutofit/>
                    </a:bodyPr>
                    <a:p>
                      <a:pPr marL="216000" indent="-216000" algn="ctr">
                        <a:buClr>
                          <a:srgbClr val="000000"/>
                        </a:buClr>
                        <a:buSzPct val="45000"/>
                        <a:buFont typeface="Wingdings" charset="2"/>
                        <a:buChar char=""/>
                      </a:pPr>
                      <a:r>
                        <a:rPr b="0" lang="en-AU" sz="1840" spc="-1" strike="noStrike">
                          <a:latin typeface="Arial"/>
                        </a:rPr>
                        <a:t>13</a:t>
                      </a:r>
                      <a:endParaRPr b="0" lang="en-AU" sz="1840" spc="-1" strike="noStrike">
                        <a:latin typeface="Arial"/>
                      </a:endParaRPr>
                    </a:p>
                  </a:txBody>
                  <a:tcPr anchor="ct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107</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2025-06-20T17:43:17Z</dcterms:created>
  <dc:creator/>
  <dc:description/>
  <dc:language>en-AU</dc:language>
  <cp:lastModifiedBy/>
  <dcterms:modified xsi:type="dcterms:W3CDTF">2025-06-26T14:19:07Z</dcterms:modified>
  <cp:revision>24</cp:revision>
  <dc:subject/>
  <dc:title/>
</cp:coreProperties>
</file>